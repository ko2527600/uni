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318" r:id="rId5"/>
    <p:sldId id="320" r:id="rId6"/>
    <p:sldId id="335" r:id="rId7"/>
    <p:sldId id="321" r:id="rId8"/>
    <p:sldId id="322" r:id="rId9"/>
    <p:sldId id="323" r:id="rId10"/>
    <p:sldId id="324" r:id="rId11"/>
    <p:sldId id="325" r:id="rId12"/>
    <p:sldId id="326" r:id="rId13"/>
    <p:sldId id="327" r:id="rId14"/>
    <p:sldId id="331" r:id="rId15"/>
    <p:sldId id="332" r:id="rId16"/>
    <p:sldId id="333" r:id="rId17"/>
    <p:sldId id="334" r:id="rId18"/>
    <p:sldId id="32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215" autoAdjust="0"/>
  </p:normalViewPr>
  <p:slideViewPr>
    <p:cSldViewPr snapToGrid="0">
      <p:cViewPr varScale="1">
        <p:scale>
          <a:sx n="63" d="100"/>
          <a:sy n="63" d="100"/>
        </p:scale>
        <p:origin x="804" y="56"/>
      </p:cViewPr>
      <p:guideLst>
        <p:guide orient="horz" pos="792"/>
        <p:guide pos="3144"/>
        <p:guide orient="horz" pos="960"/>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2/15/2024</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2/15/2024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4.svg"/><Relationship Id="rId12"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image" Target="../media/image2.svg"/><Relationship Id="rId5" Type="http://schemas.openxmlformats.org/officeDocument/2006/relationships/image" Target="../media/image13.svg"/><Relationship Id="rId10"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84664" y="1122363"/>
            <a:ext cx="5486400" cy="2387600"/>
          </a:xfrm>
        </p:spPr>
        <p:txBody>
          <a:bodyPr anchor="b"/>
          <a:lstStyle>
            <a:lvl1pPr algn="l">
              <a:defRPr sz="60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6080759" y="3602038"/>
            <a:ext cx="5486400" cy="1655762"/>
          </a:xfrm>
        </p:spPr>
        <p:txBody>
          <a:bodyPr>
            <a:normAutofit/>
          </a:bodyPr>
          <a:lstStyle>
            <a:lvl1pPr marL="0" indent="0" algn="l">
              <a:lnSpc>
                <a:spcPts val="28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FE209C12-0CED-4CD5-B463-885A793CC25E}"/>
              </a:ext>
            </a:extLst>
          </p:cNvPr>
          <p:cNvSpPr>
            <a:spLocks noGrp="1"/>
          </p:cNvSpPr>
          <p:nvPr>
            <p:ph type="ftr" sz="quarter" idx="11"/>
          </p:nvPr>
        </p:nvSpPr>
        <p:spPr>
          <a:xfrm>
            <a:off x="8727198" y="6355080"/>
            <a:ext cx="2286000" cy="365125"/>
          </a:xfrm>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1A8F03DA-3AA9-44AC-8E2B-D53B8EBEA402}"/>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4D64503-659B-472D-ABF8-01D077EB0D83}"/>
              </a:ext>
            </a:extLst>
          </p:cNvPr>
          <p:cNvSpPr>
            <a:spLocks noGrp="1"/>
          </p:cNvSpPr>
          <p:nvPr>
            <p:ph type="dt" sz="half" idx="10"/>
          </p:nvPr>
        </p:nvSpPr>
        <p:spPr>
          <a:xfrm>
            <a:off x="7508027" y="6353175"/>
            <a:ext cx="1097280" cy="365125"/>
          </a:xfrm>
        </p:spPr>
        <p:txBody>
          <a:bodyPr/>
          <a:lstStyle>
            <a:lvl1pPr>
              <a:defRPr>
                <a:solidFill>
                  <a:schemeClr val="bg1"/>
                </a:solidFill>
              </a:defRPr>
            </a:lvl1pPr>
          </a:lstStyle>
          <a:p>
            <a:r>
              <a:rPr lang="en-US" dirty="0"/>
              <a:t>20XX</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right">
    <p:bg>
      <p:bgPr>
        <a:solidFill>
          <a:schemeClr val="tx2"/>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898524"/>
            <a:ext cx="634365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4933949" y="2310817"/>
            <a:ext cx="6400800" cy="3657600"/>
          </a:xfrm>
        </p:spPr>
        <p:txBody>
          <a:bodyPr>
            <a:normAutofit/>
          </a:bodyPr>
          <a:lstStyle>
            <a:lvl1pPr marL="0" indent="0">
              <a:lnSpc>
                <a:spcPts val="2800"/>
              </a:lnSpc>
              <a:spcBef>
                <a:spcPts val="0"/>
              </a:spcBef>
              <a:buNone/>
              <a:defRPr sz="180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Date Placeholder 3">
            <a:extLst>
              <a:ext uri="{FF2B5EF4-FFF2-40B4-BE49-F238E27FC236}">
                <a16:creationId xmlns:a16="http://schemas.microsoft.com/office/drawing/2014/main" id="{5E4B9359-45F7-446D-8327-B1978DE8E3D8}"/>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113" name="Footer Placeholder 4">
            <a:extLst>
              <a:ext uri="{FF2B5EF4-FFF2-40B4-BE49-F238E27FC236}">
                <a16:creationId xmlns:a16="http://schemas.microsoft.com/office/drawing/2014/main" id="{A808BC2F-0D21-4E99-B8C6-DC1C7CD1274C}"/>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14" name="Slide Number Placeholder 5">
            <a:extLst>
              <a:ext uri="{FF2B5EF4-FFF2-40B4-BE49-F238E27FC236}">
                <a16:creationId xmlns:a16="http://schemas.microsoft.com/office/drawing/2014/main" id="{054CC8D5-17CB-435D-B227-465D3B8FA059}"/>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4"/>
            <a:ext cx="6339840"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id="{AA46EB74-3A91-4DAA-ACF3-FF090B2F7C96}"/>
              </a:ext>
              <a:ext uri="{C183D7F6-B498-43B3-948B-1728B52AA6E4}">
                <adec:decorative xmlns:adec="http://schemas.microsoft.com/office/drawing/2017/decorative"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 uri="{C183D7F6-B498-43B3-948B-1728B52AA6E4}">
                  <adec:decorative xmlns:adec="http://schemas.microsoft.com/office/drawing/2017/decorative" val="1"/>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 uri="{C183D7F6-B498-43B3-948B-1728B52AA6E4}">
                  <adec:decorative xmlns:adec="http://schemas.microsoft.com/office/drawing/2017/decorative" val="1"/>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 uri="{C183D7F6-B498-43B3-948B-1728B52AA6E4}">
                  <adec:decorative xmlns:adec="http://schemas.microsoft.com/office/drawing/2017/decorative" val="1"/>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 uri="{C183D7F6-B498-43B3-948B-1728B52AA6E4}">
                  <adec:decorative xmlns:adec="http://schemas.microsoft.com/office/drawing/2017/decorative" val="1"/>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 uri="{C183D7F6-B498-43B3-948B-1728B52AA6E4}">
                  <adec:decorative xmlns:adec="http://schemas.microsoft.com/office/drawing/2017/decorative" val="1"/>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 uri="{C183D7F6-B498-43B3-948B-1728B52AA6E4}">
                  <adec:decorative xmlns:adec="http://schemas.microsoft.com/office/drawing/2017/decorative" val="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 uri="{C183D7F6-B498-43B3-948B-1728B52AA6E4}">
                  <adec:decorative xmlns:adec="http://schemas.microsoft.com/office/drawing/2017/decorative" val="1"/>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 uri="{C183D7F6-B498-43B3-948B-1728B52AA6E4}">
                  <adec:decorative xmlns:adec="http://schemas.microsoft.com/office/drawing/2017/decorative" val="1"/>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 uri="{C183D7F6-B498-43B3-948B-1728B52AA6E4}">
                  <adec:decorative xmlns:adec="http://schemas.microsoft.com/office/drawing/2017/decorative" val="1"/>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 uri="{C183D7F6-B498-43B3-948B-1728B52AA6E4}">
                  <adec:decorative xmlns:adec="http://schemas.microsoft.com/office/drawing/2017/decorative" val="1"/>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 uri="{C183D7F6-B498-43B3-948B-1728B52AA6E4}">
                  <adec:decorative xmlns:adec="http://schemas.microsoft.com/office/drawing/2017/decorative" val="1"/>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 uri="{C183D7F6-B498-43B3-948B-1728B52AA6E4}">
                  <adec:decorative xmlns:adec="http://schemas.microsoft.com/office/drawing/2017/decorative" val="1"/>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 uri="{C183D7F6-B498-43B3-948B-1728B52AA6E4}">
                  <adec:decorative xmlns:adec="http://schemas.microsoft.com/office/drawing/2017/decorative" val="1"/>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 uri="{C183D7F6-B498-43B3-948B-1728B52AA6E4}">
                  <adec:decorative xmlns:adec="http://schemas.microsoft.com/office/drawing/2017/decorative" val="1"/>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 uri="{C183D7F6-B498-43B3-948B-1728B52AA6E4}">
                  <adec:decorative xmlns:adec="http://schemas.microsoft.com/office/drawing/2017/decorative" val="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 uri="{C183D7F6-B498-43B3-948B-1728B52AA6E4}">
                  <adec:decorative xmlns:adec="http://schemas.microsoft.com/office/drawing/2017/decorative" val="1"/>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 uri="{C183D7F6-B498-43B3-948B-1728B52AA6E4}">
                  <adec:decorative xmlns:adec="http://schemas.microsoft.com/office/drawing/2017/decorative" val="1"/>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 uri="{C183D7F6-B498-43B3-948B-1728B52AA6E4}">
                  <adec:decorative xmlns:adec="http://schemas.microsoft.com/office/drawing/2017/decorative" val="1"/>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 uri="{C183D7F6-B498-43B3-948B-1728B52AA6E4}">
                  <adec:decorative xmlns:adec="http://schemas.microsoft.com/office/drawing/2017/decorative" val="1"/>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 uri="{C183D7F6-B498-43B3-948B-1728B52AA6E4}">
                  <adec:decorative xmlns:adec="http://schemas.microsoft.com/office/drawing/2017/decorative" val="1"/>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 uri="{C183D7F6-B498-43B3-948B-1728B52AA6E4}">
                  <adec:decorative xmlns:adec="http://schemas.microsoft.com/office/drawing/2017/decorative" val="1"/>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 uri="{C183D7F6-B498-43B3-948B-1728B52AA6E4}">
                  <adec:decorative xmlns:adec="http://schemas.microsoft.com/office/drawing/2017/decorative" val="1"/>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 uri="{C183D7F6-B498-43B3-948B-1728B52AA6E4}">
                  <adec:decorative xmlns:adec="http://schemas.microsoft.com/office/drawing/2017/decorative" val="1"/>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 uri="{C183D7F6-B498-43B3-948B-1728B52AA6E4}">
                  <adec:decorative xmlns:adec="http://schemas.microsoft.com/office/drawing/2017/decorative" val="1"/>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 uri="{C183D7F6-B498-43B3-948B-1728B52AA6E4}">
                  <adec:decorative xmlns:adec="http://schemas.microsoft.com/office/drawing/2017/decorative" val="1"/>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 uri="{C183D7F6-B498-43B3-948B-1728B52AA6E4}">
                  <adec:decorative xmlns:adec="http://schemas.microsoft.com/office/drawing/2017/decorative" val="1"/>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 uri="{C183D7F6-B498-43B3-948B-1728B52AA6E4}">
                  <adec:decorative xmlns:adec="http://schemas.microsoft.com/office/drawing/2017/decorative" val="1"/>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 uri="{C183D7F6-B498-43B3-948B-1728B52AA6E4}">
                  <adec:decorative xmlns:adec="http://schemas.microsoft.com/office/drawing/2017/decorative" val="1"/>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 uri="{C183D7F6-B498-43B3-948B-1728B52AA6E4}">
                  <adec:decorative xmlns:adec="http://schemas.microsoft.com/office/drawing/2017/decorative" val="1"/>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 uri="{C183D7F6-B498-43B3-948B-1728B52AA6E4}">
                  <adec:decorative xmlns:adec="http://schemas.microsoft.com/office/drawing/2017/decorative" val="1"/>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 uri="{C183D7F6-B498-43B3-948B-1728B52AA6E4}">
                  <adec:decorative xmlns:adec="http://schemas.microsoft.com/office/drawing/2017/decorative" val="1"/>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 uri="{C183D7F6-B498-43B3-948B-1728B52AA6E4}">
                  <adec:decorative xmlns:adec="http://schemas.microsoft.com/office/drawing/2017/decorative" val="1"/>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 uri="{C183D7F6-B498-43B3-948B-1728B52AA6E4}">
                  <adec:decorative xmlns:adec="http://schemas.microsoft.com/office/drawing/2017/decorative" val="1"/>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 uri="{C183D7F6-B498-43B3-948B-1728B52AA6E4}">
                  <adec:decorative xmlns:adec="http://schemas.microsoft.com/office/drawing/2017/decorative" val="1"/>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 uri="{C183D7F6-B498-43B3-948B-1728B52AA6E4}">
                  <adec:decorative xmlns:adec="http://schemas.microsoft.com/office/drawing/2017/decorative" val="1"/>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 uri="{C183D7F6-B498-43B3-948B-1728B52AA6E4}">
                  <adec:decorative xmlns:adec="http://schemas.microsoft.com/office/drawing/2017/decorative" val="1"/>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 uri="{C183D7F6-B498-43B3-948B-1728B52AA6E4}">
                  <adec:decorative xmlns:adec="http://schemas.microsoft.com/office/drawing/2017/decorative" val="1"/>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 uri="{C183D7F6-B498-43B3-948B-1728B52AA6E4}">
                  <adec:decorative xmlns:adec="http://schemas.microsoft.com/office/drawing/2017/decorative" val="1"/>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96" name="Text Placeholder 9">
            <a:extLst>
              <a:ext uri="{FF2B5EF4-FFF2-40B4-BE49-F238E27FC236}">
                <a16:creationId xmlns:a16="http://schemas.microsoft.com/office/drawing/2014/main" id="{31DFD331-AE9E-4D35-BC5E-89A51E7CC6CF}"/>
              </a:ext>
            </a:extLst>
          </p:cNvPr>
          <p:cNvSpPr>
            <a:spLocks noGrp="1"/>
          </p:cNvSpPr>
          <p:nvPr>
            <p:ph type="body" sz="quarter" idx="15" hasCustomPrompt="1"/>
          </p:nvPr>
        </p:nvSpPr>
        <p:spPr>
          <a:xfrm>
            <a:off x="4937760"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5" name="Text Placeholder 9">
            <a:extLst>
              <a:ext uri="{FF2B5EF4-FFF2-40B4-BE49-F238E27FC236}">
                <a16:creationId xmlns:a16="http://schemas.microsoft.com/office/drawing/2014/main" id="{E4B2F207-6068-4806-A6CC-5A7FCB66A218}"/>
              </a:ext>
            </a:extLst>
          </p:cNvPr>
          <p:cNvSpPr>
            <a:spLocks noGrp="1"/>
          </p:cNvSpPr>
          <p:nvPr>
            <p:ph type="body" sz="quarter" idx="13"/>
          </p:nvPr>
        </p:nvSpPr>
        <p:spPr>
          <a:xfrm>
            <a:off x="4937760" y="2491866"/>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8" name="Text Placeholder 9">
            <a:extLst>
              <a:ext uri="{FF2B5EF4-FFF2-40B4-BE49-F238E27FC236}">
                <a16:creationId xmlns:a16="http://schemas.microsoft.com/office/drawing/2014/main" id="{8F52AD35-565E-4B3E-B63D-69F6C62E56DF}"/>
              </a:ext>
            </a:extLst>
          </p:cNvPr>
          <p:cNvSpPr>
            <a:spLocks noGrp="1"/>
          </p:cNvSpPr>
          <p:nvPr>
            <p:ph type="body" sz="quarter" idx="17" hasCustomPrompt="1"/>
          </p:nvPr>
        </p:nvSpPr>
        <p:spPr>
          <a:xfrm>
            <a:off x="4937760"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7" name="Text Placeholder 9">
            <a:extLst>
              <a:ext uri="{FF2B5EF4-FFF2-40B4-BE49-F238E27FC236}">
                <a16:creationId xmlns:a16="http://schemas.microsoft.com/office/drawing/2014/main" id="{62E32947-70DC-4299-A3C0-D8CFA7571844}"/>
              </a:ext>
            </a:extLst>
          </p:cNvPr>
          <p:cNvSpPr>
            <a:spLocks noGrp="1"/>
          </p:cNvSpPr>
          <p:nvPr>
            <p:ph type="body" sz="quarter" idx="16"/>
          </p:nvPr>
        </p:nvSpPr>
        <p:spPr>
          <a:xfrm>
            <a:off x="4937760" y="3837939"/>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0" name="Text Placeholder 9">
            <a:extLst>
              <a:ext uri="{FF2B5EF4-FFF2-40B4-BE49-F238E27FC236}">
                <a16:creationId xmlns:a16="http://schemas.microsoft.com/office/drawing/2014/main" id="{15906F94-3E6E-4731-9975-FE2377DBDC21}"/>
              </a:ext>
            </a:extLst>
          </p:cNvPr>
          <p:cNvSpPr>
            <a:spLocks noGrp="1"/>
          </p:cNvSpPr>
          <p:nvPr>
            <p:ph type="body" sz="quarter" idx="19" hasCustomPrompt="1"/>
          </p:nvPr>
        </p:nvSpPr>
        <p:spPr>
          <a:xfrm>
            <a:off x="4933747" y="4790587"/>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9" name="Text Placeholder 9">
            <a:extLst>
              <a:ext uri="{FF2B5EF4-FFF2-40B4-BE49-F238E27FC236}">
                <a16:creationId xmlns:a16="http://schemas.microsoft.com/office/drawing/2014/main" id="{F592EC28-81D2-494E-AD5C-BC4F4FCD303E}"/>
              </a:ext>
            </a:extLst>
          </p:cNvPr>
          <p:cNvSpPr>
            <a:spLocks noGrp="1"/>
          </p:cNvSpPr>
          <p:nvPr>
            <p:ph type="body" sz="quarter" idx="18"/>
          </p:nvPr>
        </p:nvSpPr>
        <p:spPr>
          <a:xfrm>
            <a:off x="4933747" y="5203301"/>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3" name="Text Placeholder 9">
            <a:extLst>
              <a:ext uri="{FF2B5EF4-FFF2-40B4-BE49-F238E27FC236}">
                <a16:creationId xmlns:a16="http://schemas.microsoft.com/office/drawing/2014/main" id="{6B4E489F-EE15-4460-875A-2FB75B72C5DD}"/>
              </a:ext>
            </a:extLst>
          </p:cNvPr>
          <p:cNvSpPr>
            <a:spLocks noGrp="1"/>
          </p:cNvSpPr>
          <p:nvPr>
            <p:ph type="body" sz="quarter" idx="21" hasCustomPrompt="1"/>
          </p:nvPr>
        </p:nvSpPr>
        <p:spPr>
          <a:xfrm>
            <a:off x="8486217"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2" name="Text Placeholder 9">
            <a:extLst>
              <a:ext uri="{FF2B5EF4-FFF2-40B4-BE49-F238E27FC236}">
                <a16:creationId xmlns:a16="http://schemas.microsoft.com/office/drawing/2014/main" id="{41D6DC40-2E7F-4703-B810-A9DF12E8CA4D}"/>
              </a:ext>
            </a:extLst>
          </p:cNvPr>
          <p:cNvSpPr>
            <a:spLocks noGrp="1"/>
          </p:cNvSpPr>
          <p:nvPr>
            <p:ph type="body" sz="quarter" idx="20"/>
          </p:nvPr>
        </p:nvSpPr>
        <p:spPr>
          <a:xfrm>
            <a:off x="8486217" y="2486550"/>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5" name="Text Placeholder 9">
            <a:extLst>
              <a:ext uri="{FF2B5EF4-FFF2-40B4-BE49-F238E27FC236}">
                <a16:creationId xmlns:a16="http://schemas.microsoft.com/office/drawing/2014/main" id="{8D1334C0-9B97-4769-8EC5-505D553AD531}"/>
              </a:ext>
            </a:extLst>
          </p:cNvPr>
          <p:cNvSpPr>
            <a:spLocks noGrp="1"/>
          </p:cNvSpPr>
          <p:nvPr>
            <p:ph type="body" sz="quarter" idx="23" hasCustomPrompt="1"/>
          </p:nvPr>
        </p:nvSpPr>
        <p:spPr>
          <a:xfrm>
            <a:off x="8486217"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4" name="Text Placeholder 9">
            <a:extLst>
              <a:ext uri="{FF2B5EF4-FFF2-40B4-BE49-F238E27FC236}">
                <a16:creationId xmlns:a16="http://schemas.microsoft.com/office/drawing/2014/main" id="{77627840-21B3-4981-A379-398FD9F5B7EF}"/>
              </a:ext>
            </a:extLst>
          </p:cNvPr>
          <p:cNvSpPr>
            <a:spLocks noGrp="1"/>
          </p:cNvSpPr>
          <p:nvPr>
            <p:ph type="body" sz="quarter" idx="22"/>
          </p:nvPr>
        </p:nvSpPr>
        <p:spPr>
          <a:xfrm>
            <a:off x="8486217" y="3832623"/>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5"/>
            <a:ext cx="6800850" cy="1325880"/>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0C962441-913E-484B-806B-8AD5CE673426}"/>
              </a:ext>
              <a:ext uri="{C183D7F6-B498-43B3-948B-1728B52AA6E4}">
                <adec:decorative xmlns:adec="http://schemas.microsoft.com/office/drawing/2017/decorative" val="1"/>
              </a:ext>
            </a:extLst>
          </p:cNvPr>
          <p:cNvGrpSpPr/>
          <p:nvPr userDrawn="1"/>
        </p:nvGrpSpPr>
        <p:grpSpPr>
          <a:xfrm>
            <a:off x="-33209" y="-16980"/>
            <a:ext cx="4096193" cy="6874980"/>
            <a:chOff x="-33209" y="-16980"/>
            <a:chExt cx="4096193" cy="6874980"/>
          </a:xfrm>
        </p:grpSpPr>
        <p:sp>
          <p:nvSpPr>
            <p:cNvPr id="7" name="Rectangle 6">
              <a:extLst>
                <a:ext uri="{FF2B5EF4-FFF2-40B4-BE49-F238E27FC236}">
                  <a16:creationId xmlns:a16="http://schemas.microsoft.com/office/drawing/2014/main" id="{E557D1F3-8C55-47FE-B39A-86D30F8FFEA1}"/>
                </a:ext>
              </a:extLst>
            </p:cNvPr>
            <p:cNvSpPr/>
            <p:nvPr userDrawn="1"/>
          </p:nvSpPr>
          <p:spPr>
            <a:xfrm>
              <a:off x="11888" y="0"/>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14860"/>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a:off x="2033016"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2033016" y="40596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6980"/>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2029968" y="6045049"/>
              <a:ext cx="2029968"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384"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9868" y="2000264"/>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52952"/>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33209" y="199954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33209" y="2009066"/>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2923530"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Text Placeholder 9">
            <a:extLst>
              <a:ext uri="{FF2B5EF4-FFF2-40B4-BE49-F238E27FC236}">
                <a16:creationId xmlns:a16="http://schemas.microsoft.com/office/drawing/2014/main" id="{4416EFAA-C2FD-4F04-91E3-9F1FA3533A94}"/>
              </a:ext>
            </a:extLst>
          </p:cNvPr>
          <p:cNvSpPr>
            <a:spLocks noGrp="1"/>
          </p:cNvSpPr>
          <p:nvPr>
            <p:ph type="body" sz="quarter" idx="15" hasCustomPrompt="1"/>
          </p:nvPr>
        </p:nvSpPr>
        <p:spPr>
          <a:xfrm>
            <a:off x="4937760"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id="{0BAC0AED-8273-498E-ABB8-65CD10B00735}"/>
              </a:ext>
            </a:extLst>
          </p:cNvPr>
          <p:cNvSpPr>
            <a:spLocks noGrp="1"/>
          </p:cNvSpPr>
          <p:nvPr>
            <p:ph type="body" sz="quarter" idx="13"/>
          </p:nvPr>
        </p:nvSpPr>
        <p:spPr>
          <a:xfrm>
            <a:off x="4914900"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2" name="Text Placeholder 9">
            <a:extLst>
              <a:ext uri="{FF2B5EF4-FFF2-40B4-BE49-F238E27FC236}">
                <a16:creationId xmlns:a16="http://schemas.microsoft.com/office/drawing/2014/main" id="{0FACFED0-6B1D-4868-929E-C9101D8B7DE1}"/>
              </a:ext>
            </a:extLst>
          </p:cNvPr>
          <p:cNvSpPr>
            <a:spLocks noGrp="1"/>
          </p:cNvSpPr>
          <p:nvPr>
            <p:ph type="body" sz="quarter" idx="16" hasCustomPrompt="1"/>
          </p:nvPr>
        </p:nvSpPr>
        <p:spPr>
          <a:xfrm>
            <a:off x="8538777"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id="{A3276736-0B83-4D4F-B7D9-AAEF95E38AE5}"/>
              </a:ext>
            </a:extLst>
          </p:cNvPr>
          <p:cNvSpPr>
            <a:spLocks noGrp="1"/>
          </p:cNvSpPr>
          <p:nvPr>
            <p:ph type="body" sz="quarter" idx="14"/>
          </p:nvPr>
        </p:nvSpPr>
        <p:spPr>
          <a:xfrm>
            <a:off x="8535924"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5" name="Text Placeholder 9">
            <a:extLst>
              <a:ext uri="{FF2B5EF4-FFF2-40B4-BE49-F238E27FC236}">
                <a16:creationId xmlns:a16="http://schemas.microsoft.com/office/drawing/2014/main" id="{B57AD20F-1E1B-4FD3-8A76-E07A91002B85}"/>
              </a:ext>
            </a:extLst>
          </p:cNvPr>
          <p:cNvSpPr>
            <a:spLocks noGrp="1"/>
          </p:cNvSpPr>
          <p:nvPr>
            <p:ph type="body" sz="quarter" idx="19" hasCustomPrompt="1"/>
          </p:nvPr>
        </p:nvSpPr>
        <p:spPr>
          <a:xfrm>
            <a:off x="4937760"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3" name="Text Placeholder 9">
            <a:extLst>
              <a:ext uri="{FF2B5EF4-FFF2-40B4-BE49-F238E27FC236}">
                <a16:creationId xmlns:a16="http://schemas.microsoft.com/office/drawing/2014/main" id="{6688431F-3AD3-44AD-A5DF-E032B167CC02}"/>
              </a:ext>
            </a:extLst>
          </p:cNvPr>
          <p:cNvSpPr>
            <a:spLocks noGrp="1"/>
          </p:cNvSpPr>
          <p:nvPr>
            <p:ph type="body" sz="quarter" idx="17"/>
          </p:nvPr>
        </p:nvSpPr>
        <p:spPr>
          <a:xfrm>
            <a:off x="4937760" y="4255479"/>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6" name="Text Placeholder 9">
            <a:extLst>
              <a:ext uri="{FF2B5EF4-FFF2-40B4-BE49-F238E27FC236}">
                <a16:creationId xmlns:a16="http://schemas.microsoft.com/office/drawing/2014/main" id="{F1B1DAAB-37E2-4803-8DF8-A56E6FFF054E}"/>
              </a:ext>
            </a:extLst>
          </p:cNvPr>
          <p:cNvSpPr>
            <a:spLocks noGrp="1"/>
          </p:cNvSpPr>
          <p:nvPr>
            <p:ph type="body" sz="quarter" idx="20" hasCustomPrompt="1"/>
          </p:nvPr>
        </p:nvSpPr>
        <p:spPr>
          <a:xfrm>
            <a:off x="8535924"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4" name="Text Placeholder 9">
            <a:extLst>
              <a:ext uri="{FF2B5EF4-FFF2-40B4-BE49-F238E27FC236}">
                <a16:creationId xmlns:a16="http://schemas.microsoft.com/office/drawing/2014/main" id="{E9E9B407-35B1-4B56-BB6A-4895E5AC4CC3}"/>
              </a:ext>
            </a:extLst>
          </p:cNvPr>
          <p:cNvSpPr>
            <a:spLocks noGrp="1"/>
          </p:cNvSpPr>
          <p:nvPr>
            <p:ph type="body" sz="quarter" idx="18"/>
          </p:nvPr>
        </p:nvSpPr>
        <p:spPr>
          <a:xfrm>
            <a:off x="8535924" y="4252806"/>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4937760" y="6353175"/>
            <a:ext cx="1097280" cy="365125"/>
          </a:xfrm>
        </p:spPr>
        <p:txBody>
          <a:bodyPr/>
          <a:lstStyle>
            <a:lvl1pPr>
              <a:defRPr>
                <a:solidFill>
                  <a:schemeClr val="bg1"/>
                </a:solidFill>
              </a:defRPr>
            </a:lvl1pPr>
          </a:lstStyle>
          <a:p>
            <a:r>
              <a:rPr lang="en-US" dirty="0"/>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7436167" y="6350000"/>
            <a:ext cx="2286000" cy="365125"/>
          </a:xfrm>
        </p:spPr>
        <p:txBody>
          <a:bodyPr/>
          <a:lstStyle>
            <a:lvl1pPr>
              <a:defRPr>
                <a:solidFill>
                  <a:schemeClr val="bg1"/>
                </a:solidFill>
              </a:defRPr>
            </a:lvl1pPr>
          </a:lstStyle>
          <a:p>
            <a:r>
              <a:rPr lang="en-US" dirty="0"/>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76A6A8D4-352A-4CDF-8E34-3A3E06402913}"/>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grpSp>
          <p:nvGrpSpPr>
            <p:cNvPr id="3" name="Group 2">
              <a:extLst>
                <a:ext uri="{FF2B5EF4-FFF2-40B4-BE49-F238E27FC236}">
                  <a16:creationId xmlns:a16="http://schemas.microsoft.com/office/drawing/2014/main" id="{4CDCB077-A12F-4FE0-AD96-924BF98DBB84}"/>
                </a:ext>
                <a:ext uri="{C183D7F6-B498-43B3-948B-1728B52AA6E4}">
                  <adec:decorative xmlns:adec="http://schemas.microsoft.com/office/drawing/2017/decorative" val="1"/>
                </a:ext>
              </a:extLst>
            </p:cNvPr>
            <p:cNvGrpSpPr/>
            <p:nvPr userDrawn="1"/>
          </p:nvGrpSpPr>
          <p:grpSpPr>
            <a:xfrm>
              <a:off x="8138160" y="-7084"/>
              <a:ext cx="4053840" cy="4061621"/>
              <a:chOff x="8138160" y="-7084"/>
              <a:chExt cx="4053840" cy="4061621"/>
            </a:xfrm>
          </p:grpSpPr>
          <p:sp>
            <p:nvSpPr>
              <p:cNvPr id="39" name="Rectangle 38">
                <a:extLst>
                  <a:ext uri="{FF2B5EF4-FFF2-40B4-BE49-F238E27FC236}">
                    <a16:creationId xmlns:a16="http://schemas.microsoft.com/office/drawing/2014/main" id="{9837D25D-BADF-40E0-B7F9-1288B53AA656}"/>
                  </a:ext>
                </a:extLst>
              </p:cNvPr>
              <p:cNvSpPr/>
              <p:nvPr userDrawn="1"/>
            </p:nvSpPr>
            <p:spPr>
              <a:xfrm flipH="1">
                <a:off x="8138160" y="2017039"/>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17B41BF2-DA71-4B06-A2F0-757A5EF7047C}"/>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sp>
            <p:nvSpPr>
              <p:cNvPr id="32" name="Rectangle 31">
                <a:extLst>
                  <a:ext uri="{FF2B5EF4-FFF2-40B4-BE49-F238E27FC236}">
                    <a16:creationId xmlns:a16="http://schemas.microsoft.com/office/drawing/2014/main" id="{F4EB6F2E-2621-4EB5-A04D-906FD08CED87}"/>
                  </a:ext>
                </a:extLst>
              </p:cNvPr>
              <p:cNvSpPr/>
              <p:nvPr userDrawn="1"/>
            </p:nvSpPr>
            <p:spPr>
              <a:xfrm flipH="1">
                <a:off x="8138160" y="4868828"/>
                <a:ext cx="2032942" cy="1997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4468" y="4044603"/>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2419"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7489" y="-12136"/>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62032" y="6020759"/>
                <a:ext cx="2029968" cy="8372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8160" y="4863676"/>
                <a:ext cx="2029968" cy="1997992"/>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8241"/>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094267" y="2005958"/>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1006" y="186812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Text Placeholder 9">
            <a:extLst>
              <a:ext uri="{FF2B5EF4-FFF2-40B4-BE49-F238E27FC236}">
                <a16:creationId xmlns:a16="http://schemas.microsoft.com/office/drawing/2014/main" id="{DEE368EA-C32D-4066-8292-11EB5B67AB3C}"/>
              </a:ext>
            </a:extLst>
          </p:cNvPr>
          <p:cNvSpPr>
            <a:spLocks noGrp="1"/>
          </p:cNvSpPr>
          <p:nvPr>
            <p:ph type="body" sz="quarter" idx="15" hasCustomPrompt="1"/>
          </p:nvPr>
        </p:nvSpPr>
        <p:spPr>
          <a:xfrm>
            <a:off x="914400"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914400"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0" name="Text Placeholder 9">
            <a:extLst>
              <a:ext uri="{FF2B5EF4-FFF2-40B4-BE49-F238E27FC236}">
                <a16:creationId xmlns:a16="http://schemas.microsoft.com/office/drawing/2014/main" id="{C3E5ADF3-741C-452B-9B49-005E753E6E0B}"/>
              </a:ext>
            </a:extLst>
          </p:cNvPr>
          <p:cNvSpPr>
            <a:spLocks noGrp="1"/>
          </p:cNvSpPr>
          <p:nvPr>
            <p:ph type="body" sz="quarter" idx="16" hasCustomPrompt="1"/>
          </p:nvPr>
        </p:nvSpPr>
        <p:spPr>
          <a:xfrm>
            <a:off x="4538277"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68" name="Text Placeholder 9">
            <a:extLst>
              <a:ext uri="{FF2B5EF4-FFF2-40B4-BE49-F238E27FC236}">
                <a16:creationId xmlns:a16="http://schemas.microsoft.com/office/drawing/2014/main" id="{2C541281-49BC-4F14-B167-DE14FE3A622C}"/>
              </a:ext>
            </a:extLst>
          </p:cNvPr>
          <p:cNvSpPr>
            <a:spLocks noGrp="1"/>
          </p:cNvSpPr>
          <p:nvPr>
            <p:ph type="body" sz="quarter" idx="14"/>
          </p:nvPr>
        </p:nvSpPr>
        <p:spPr>
          <a:xfrm>
            <a:off x="4535424"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3" name="Text Placeholder 9">
            <a:extLst>
              <a:ext uri="{FF2B5EF4-FFF2-40B4-BE49-F238E27FC236}">
                <a16:creationId xmlns:a16="http://schemas.microsoft.com/office/drawing/2014/main" id="{3B7B080D-47B1-4B65-8638-AD5E3240EDA7}"/>
              </a:ext>
            </a:extLst>
          </p:cNvPr>
          <p:cNvSpPr>
            <a:spLocks noGrp="1"/>
          </p:cNvSpPr>
          <p:nvPr>
            <p:ph type="body" sz="quarter" idx="19" hasCustomPrompt="1"/>
          </p:nvPr>
        </p:nvSpPr>
        <p:spPr>
          <a:xfrm>
            <a:off x="914400"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id="{AA51BCEC-2845-4DF6-8F9A-2B163EC16DD5}"/>
              </a:ext>
            </a:extLst>
          </p:cNvPr>
          <p:cNvSpPr>
            <a:spLocks noGrp="1"/>
          </p:cNvSpPr>
          <p:nvPr>
            <p:ph type="body" sz="quarter" idx="17"/>
          </p:nvPr>
        </p:nvSpPr>
        <p:spPr>
          <a:xfrm>
            <a:off x="914400"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4" name="Text Placeholder 9">
            <a:extLst>
              <a:ext uri="{FF2B5EF4-FFF2-40B4-BE49-F238E27FC236}">
                <a16:creationId xmlns:a16="http://schemas.microsoft.com/office/drawing/2014/main" id="{5B98F8C8-0931-4E43-ABDE-8A700DD269D7}"/>
              </a:ext>
            </a:extLst>
          </p:cNvPr>
          <p:cNvSpPr>
            <a:spLocks noGrp="1"/>
          </p:cNvSpPr>
          <p:nvPr>
            <p:ph type="body" sz="quarter" idx="20" hasCustomPrompt="1"/>
          </p:nvPr>
        </p:nvSpPr>
        <p:spPr>
          <a:xfrm>
            <a:off x="4535424"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id="{126E196B-9448-4FBE-A134-65735F8ED97F}"/>
              </a:ext>
            </a:extLst>
          </p:cNvPr>
          <p:cNvSpPr>
            <a:spLocks noGrp="1"/>
          </p:cNvSpPr>
          <p:nvPr>
            <p:ph type="body" sz="quarter" idx="18"/>
          </p:nvPr>
        </p:nvSpPr>
        <p:spPr>
          <a:xfrm>
            <a:off x="4535424"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65" name="Date Placeholder 3">
            <a:extLst>
              <a:ext uri="{FF2B5EF4-FFF2-40B4-BE49-F238E27FC236}">
                <a16:creationId xmlns:a16="http://schemas.microsoft.com/office/drawing/2014/main" id="{405B8744-A7AF-461F-9103-708D9BFE8947}"/>
              </a:ext>
            </a:extLst>
          </p:cNvPr>
          <p:cNvSpPr>
            <a:spLocks noGrp="1"/>
          </p:cNvSpPr>
          <p:nvPr>
            <p:ph type="dt" sz="half" idx="10"/>
          </p:nvPr>
        </p:nvSpPr>
        <p:spPr>
          <a:xfrm>
            <a:off x="914400" y="6355080"/>
            <a:ext cx="1097280" cy="365125"/>
          </a:xfrm>
        </p:spPr>
        <p:txBody>
          <a:bodyPr/>
          <a:lstStyle>
            <a:lvl1pPr>
              <a:defRPr>
                <a:solidFill>
                  <a:schemeClr val="tx1">
                    <a:lumMod val="75000"/>
                    <a:lumOff val="25000"/>
                  </a:schemeClr>
                </a:solidFill>
              </a:defRPr>
            </a:lvl1pPr>
          </a:lstStyle>
          <a:p>
            <a:r>
              <a:rPr lang="en-US" dirty="0"/>
              <a:t>20XX</a:t>
            </a:r>
          </a:p>
        </p:txBody>
      </p:sp>
      <p:sp>
        <p:nvSpPr>
          <p:cNvPr id="66" name="Footer Placeholder 4">
            <a:extLst>
              <a:ext uri="{FF2B5EF4-FFF2-40B4-BE49-F238E27FC236}">
                <a16:creationId xmlns:a16="http://schemas.microsoft.com/office/drawing/2014/main" id="{C902A11D-5CD4-4561-882F-26EA89ADC0F9}"/>
              </a:ext>
            </a:extLst>
          </p:cNvPr>
          <p:cNvSpPr>
            <a:spLocks noGrp="1"/>
          </p:cNvSpPr>
          <p:nvPr>
            <p:ph type="ftr" sz="quarter" idx="11"/>
          </p:nvPr>
        </p:nvSpPr>
        <p:spPr>
          <a:xfrm>
            <a:off x="5499886" y="635508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7" name="Slide Number Placeholder 5">
            <a:extLst>
              <a:ext uri="{FF2B5EF4-FFF2-40B4-BE49-F238E27FC236}">
                <a16:creationId xmlns:a16="http://schemas.microsoft.com/office/drawing/2014/main" id="{F0739A04-E734-4FCE-954E-0C4FB1A4CA7A}"/>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5940455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lef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tx2"/>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914400" y="2206377"/>
            <a:ext cx="6800850" cy="3840480"/>
          </a:xfrm>
        </p:spPr>
        <p:txBody>
          <a:bodyPr>
            <a:normAutofit/>
          </a:bodyPr>
          <a:lstStyle>
            <a:lvl1pPr marL="0" indent="0">
              <a:lnSpc>
                <a:spcPts val="2400"/>
              </a:lnSpc>
              <a:buNone/>
              <a:defRPr sz="18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914400" y="6355080"/>
            <a:ext cx="1097280" cy="365125"/>
          </a:xfrm>
        </p:spPr>
        <p:txBody>
          <a:bodyPr/>
          <a:lstStyle>
            <a:lvl1pPr>
              <a:defRPr>
                <a:solidFill>
                  <a:schemeClr val="bg1"/>
                </a:solidFill>
              </a:defRPr>
            </a:lvl1pPr>
          </a:lstStyle>
          <a:p>
            <a:r>
              <a:rPr lang="en-US" dirty="0"/>
              <a:t>20XX</a:t>
            </a:r>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dirty="0"/>
              <a:t>Pitch deck title</a:t>
            </a:r>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3"/>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2029040"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605937" y="1098339"/>
            <a:ext cx="5099392" cy="2264112"/>
          </a:xfrm>
        </p:spPr>
        <p:txBody>
          <a:bodyPr anchor="b"/>
          <a:lstStyle>
            <a:lvl1pPr algn="ctr">
              <a:defRPr sz="6000" cap="all" baseline="0">
                <a:solidFill>
                  <a:schemeClr val="tx2"/>
                </a:solidFill>
              </a:defRPr>
            </a:lvl1pPr>
          </a:lstStyle>
          <a:p>
            <a:r>
              <a:rPr lang="en-US" dirty="0"/>
              <a:t>Click to ADD TITLE</a:t>
            </a:r>
          </a:p>
        </p:txBody>
      </p:sp>
      <p:sp>
        <p:nvSpPr>
          <p:cNvPr id="168" name="Rectangle 9">
            <a:extLst>
              <a:ext uri="{FF2B5EF4-FFF2-40B4-BE49-F238E27FC236}">
                <a16:creationId xmlns:a16="http://schemas.microsoft.com/office/drawing/2014/main" id="{D0B57759-E007-4FD0-9C6B-356DC53050C4}"/>
              </a:ext>
            </a:extLst>
          </p:cNvPr>
          <p:cNvSpPr/>
          <p:nvPr userDrawn="1"/>
        </p:nvSpPr>
        <p:spPr>
          <a:xfrm>
            <a:off x="0" y="4056331"/>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0" y="0"/>
            <a:ext cx="2029968"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a:extLst>
              <a:ext uri="{FF2B5EF4-FFF2-40B4-BE49-F238E27FC236}">
                <a16:creationId xmlns:a16="http://schemas.microsoft.com/office/drawing/2014/main" id="{7FF8CD3D-0C64-4277-97B2-200B96EE22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0" y="4069288"/>
            <a:ext cx="2029968" cy="2029968"/>
          </a:xfrm>
          <a:prstGeom prst="rect">
            <a:avLst/>
          </a:prstGeom>
        </p:spPr>
      </p:pic>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2027141" y="-4303"/>
            <a:ext cx="2029968" cy="2029968"/>
          </a:xfrm>
          <a:prstGeom prst="rect">
            <a:avLst/>
          </a:prstGeom>
        </p:spPr>
      </p:pic>
      <p:pic>
        <p:nvPicPr>
          <p:cNvPr id="31" name="Graphic 30">
            <a:extLst>
              <a:ext uri="{FF2B5EF4-FFF2-40B4-BE49-F238E27FC236}">
                <a16:creationId xmlns:a16="http://schemas.microsoft.com/office/drawing/2014/main" id="{C9BCCD2C-CC79-48FF-A486-98ECEAC4798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0"/>
            <a:ext cx="2029968" cy="2029968"/>
          </a:xfrm>
          <a:prstGeom prst="rect">
            <a:avLst/>
          </a:prstGeom>
        </p:spPr>
      </p:pic>
      <p:sp>
        <p:nvSpPr>
          <p:cNvPr id="36" name="Rectangle 35">
            <a:extLst>
              <a:ext uri="{FF2B5EF4-FFF2-40B4-BE49-F238E27FC236}">
                <a16:creationId xmlns:a16="http://schemas.microsoft.com/office/drawing/2014/main" id="{03CEE5D2-51CF-4C1A-9AF9-A5B47F445229}"/>
              </a:ext>
            </a:extLst>
          </p:cNvPr>
          <p:cNvSpPr/>
          <p:nvPr userDrawn="1"/>
        </p:nvSpPr>
        <p:spPr>
          <a:xfrm>
            <a:off x="0" y="6098433"/>
            <a:ext cx="2029968" cy="7595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AD276EF4-F1D1-402C-B97B-0FC1233B73CD}"/>
              </a:ext>
            </a:extLst>
          </p:cNvPr>
          <p:cNvSpPr/>
          <p:nvPr userDrawn="1"/>
        </p:nvSpPr>
        <p:spPr>
          <a:xfrm flipH="1">
            <a:off x="0" y="2027186"/>
            <a:ext cx="2032942" cy="20299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8" name="Group 137">
            <a:extLst>
              <a:ext uri="{FF2B5EF4-FFF2-40B4-BE49-F238E27FC236}">
                <a16:creationId xmlns:a16="http://schemas.microsoft.com/office/drawing/2014/main" id="{3D46E3B0-0F8F-4E75-AD2A-BF3A1C38F037}"/>
              </a:ext>
            </a:extLst>
          </p:cNvPr>
          <p:cNvGrpSpPr/>
          <p:nvPr userDrawn="1"/>
        </p:nvGrpSpPr>
        <p:grpSpPr>
          <a:xfrm>
            <a:off x="23853" y="2069719"/>
            <a:ext cx="1965960" cy="1965960"/>
            <a:chOff x="5361924" y="7472790"/>
            <a:chExt cx="1828800" cy="1828800"/>
          </a:xfrm>
        </p:grpSpPr>
        <p:grpSp>
          <p:nvGrpSpPr>
            <p:cNvPr id="139" name="Group 138">
              <a:extLst>
                <a:ext uri="{FF2B5EF4-FFF2-40B4-BE49-F238E27FC236}">
                  <a16:creationId xmlns:a16="http://schemas.microsoft.com/office/drawing/2014/main" id="{B53A840E-AAAC-4D05-88B2-8B4C8FD1EB81}"/>
                </a:ext>
              </a:extLst>
            </p:cNvPr>
            <p:cNvGrpSpPr/>
            <p:nvPr userDrawn="1"/>
          </p:nvGrpSpPr>
          <p:grpSpPr>
            <a:xfrm>
              <a:off x="5361924" y="7472790"/>
              <a:ext cx="1828800" cy="1828800"/>
              <a:chOff x="5361924" y="7472790"/>
              <a:chExt cx="1828800" cy="1828800"/>
            </a:xfrm>
          </p:grpSpPr>
          <p:grpSp>
            <p:nvGrpSpPr>
              <p:cNvPr id="141" name="Group 140">
                <a:extLst>
                  <a:ext uri="{FF2B5EF4-FFF2-40B4-BE49-F238E27FC236}">
                    <a16:creationId xmlns:a16="http://schemas.microsoft.com/office/drawing/2014/main" id="{EC1BCB15-E86F-40CB-912C-0693B61651B5}"/>
                  </a:ext>
                </a:extLst>
              </p:cNvPr>
              <p:cNvGrpSpPr/>
              <p:nvPr userDrawn="1"/>
            </p:nvGrpSpPr>
            <p:grpSpPr>
              <a:xfrm>
                <a:off x="5361924" y="7472790"/>
                <a:ext cx="1828800" cy="1828800"/>
                <a:chOff x="5388428" y="7173291"/>
                <a:chExt cx="1828800" cy="1828800"/>
              </a:xfrm>
            </p:grpSpPr>
            <p:grpSp>
              <p:nvGrpSpPr>
                <p:cNvPr id="147" name="Group 146">
                  <a:extLst>
                    <a:ext uri="{FF2B5EF4-FFF2-40B4-BE49-F238E27FC236}">
                      <a16:creationId xmlns:a16="http://schemas.microsoft.com/office/drawing/2014/main" id="{5B5D7ECD-062C-480C-A3E0-D2E37B0077AB}"/>
                    </a:ext>
                  </a:extLst>
                </p:cNvPr>
                <p:cNvGrpSpPr/>
                <p:nvPr userDrawn="1"/>
              </p:nvGrpSpPr>
              <p:grpSpPr>
                <a:xfrm>
                  <a:off x="5388428" y="7173291"/>
                  <a:ext cx="1828800" cy="1828800"/>
                  <a:chOff x="5388428" y="7173291"/>
                  <a:chExt cx="1828800" cy="1828800"/>
                </a:xfrm>
              </p:grpSpPr>
              <p:grpSp>
                <p:nvGrpSpPr>
                  <p:cNvPr id="149" name="Group 148">
                    <a:extLst>
                      <a:ext uri="{FF2B5EF4-FFF2-40B4-BE49-F238E27FC236}">
                        <a16:creationId xmlns:a16="http://schemas.microsoft.com/office/drawing/2014/main" id="{CCCE649A-9FBD-4E7D-921B-CA0C2263A341}"/>
                      </a:ext>
                    </a:extLst>
                  </p:cNvPr>
                  <p:cNvGrpSpPr/>
                  <p:nvPr userDrawn="1"/>
                </p:nvGrpSpPr>
                <p:grpSpPr>
                  <a:xfrm>
                    <a:off x="5388428" y="7173291"/>
                    <a:ext cx="1828800" cy="1828800"/>
                    <a:chOff x="5579044" y="7049770"/>
                    <a:chExt cx="1828800" cy="1828800"/>
                  </a:xfrm>
                </p:grpSpPr>
                <p:grpSp>
                  <p:nvGrpSpPr>
                    <p:cNvPr id="151" name="Group 150">
                      <a:extLst>
                        <a:ext uri="{FF2B5EF4-FFF2-40B4-BE49-F238E27FC236}">
                          <a16:creationId xmlns:a16="http://schemas.microsoft.com/office/drawing/2014/main" id="{992A05A5-83FF-4AE4-B0EF-FE1964334873}"/>
                        </a:ext>
                      </a:extLst>
                    </p:cNvPr>
                    <p:cNvGrpSpPr/>
                    <p:nvPr userDrawn="1"/>
                  </p:nvGrpSpPr>
                  <p:grpSpPr>
                    <a:xfrm>
                      <a:off x="5579044" y="7049770"/>
                      <a:ext cx="1828800" cy="1828800"/>
                      <a:chOff x="5579044" y="7049770"/>
                      <a:chExt cx="1828800" cy="1828800"/>
                    </a:xfrm>
                  </p:grpSpPr>
                  <p:grpSp>
                    <p:nvGrpSpPr>
                      <p:cNvPr id="153" name="Group 152">
                        <a:extLst>
                          <a:ext uri="{FF2B5EF4-FFF2-40B4-BE49-F238E27FC236}">
                            <a16:creationId xmlns:a16="http://schemas.microsoft.com/office/drawing/2014/main" id="{D56D5269-FA99-4E96-A20D-0DE0E3856751}"/>
                          </a:ext>
                        </a:extLst>
                      </p:cNvPr>
                      <p:cNvGrpSpPr/>
                      <p:nvPr userDrawn="1"/>
                    </p:nvGrpSpPr>
                    <p:grpSpPr>
                      <a:xfrm>
                        <a:off x="5579044" y="7049770"/>
                        <a:ext cx="1828800" cy="1828800"/>
                        <a:chOff x="5579044" y="7049770"/>
                        <a:chExt cx="1828800" cy="1828800"/>
                      </a:xfrm>
                    </p:grpSpPr>
                    <p:grpSp>
                      <p:nvGrpSpPr>
                        <p:cNvPr id="155" name="Group 154">
                          <a:extLst>
                            <a:ext uri="{FF2B5EF4-FFF2-40B4-BE49-F238E27FC236}">
                              <a16:creationId xmlns:a16="http://schemas.microsoft.com/office/drawing/2014/main" id="{87498AF2-DD8D-4309-8328-2E756E3C44E8}"/>
                            </a:ext>
                          </a:extLst>
                        </p:cNvPr>
                        <p:cNvGrpSpPr/>
                        <p:nvPr userDrawn="1"/>
                      </p:nvGrpSpPr>
                      <p:grpSpPr>
                        <a:xfrm>
                          <a:off x="5579044" y="7049770"/>
                          <a:ext cx="1828800" cy="1828800"/>
                          <a:chOff x="5579044" y="7049770"/>
                          <a:chExt cx="1828800" cy="1828800"/>
                        </a:xfrm>
                      </p:grpSpPr>
                      <p:sp>
                        <p:nvSpPr>
                          <p:cNvPr id="157" name="Oval 156">
                            <a:extLst>
                              <a:ext uri="{FF2B5EF4-FFF2-40B4-BE49-F238E27FC236}">
                                <a16:creationId xmlns:a16="http://schemas.microsoft.com/office/drawing/2014/main" id="{ACC35BE0-4D6C-4986-AD7D-BD7C1E25B83D}"/>
                              </a:ext>
                            </a:extLst>
                          </p:cNvPr>
                          <p:cNvSpPr/>
                          <p:nvPr userDrawn="1"/>
                        </p:nvSpPr>
                        <p:spPr>
                          <a:xfrm>
                            <a:off x="5579044" y="7049770"/>
                            <a:ext cx="1828800" cy="18288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58" name="Oval 157">
                            <a:extLst>
                              <a:ext uri="{FF2B5EF4-FFF2-40B4-BE49-F238E27FC236}">
                                <a16:creationId xmlns:a16="http://schemas.microsoft.com/office/drawing/2014/main" id="{7B9715F0-8B83-459F-9ABA-77381FF568DF}"/>
                              </a:ext>
                            </a:extLst>
                          </p:cNvPr>
                          <p:cNvSpPr/>
                          <p:nvPr userDrawn="1"/>
                        </p:nvSpPr>
                        <p:spPr>
                          <a:xfrm>
                            <a:off x="5647624" y="7118350"/>
                            <a:ext cx="1691640" cy="16916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6" name="Oval 155">
                          <a:extLst>
                            <a:ext uri="{FF2B5EF4-FFF2-40B4-BE49-F238E27FC236}">
                              <a16:creationId xmlns:a16="http://schemas.microsoft.com/office/drawing/2014/main" id="{27230BAF-E9FF-4746-8F48-B39560E1B202}"/>
                            </a:ext>
                          </a:extLst>
                        </p:cNvPr>
                        <p:cNvSpPr/>
                        <p:nvPr userDrawn="1"/>
                      </p:nvSpPr>
                      <p:spPr>
                        <a:xfrm>
                          <a:off x="5716204" y="7186930"/>
                          <a:ext cx="1554480" cy="15544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4" name="Oval 153">
                        <a:extLst>
                          <a:ext uri="{FF2B5EF4-FFF2-40B4-BE49-F238E27FC236}">
                            <a16:creationId xmlns:a16="http://schemas.microsoft.com/office/drawing/2014/main" id="{1085FE6C-E5E9-494C-8FA8-625B1312B9AA}"/>
                          </a:ext>
                        </a:extLst>
                      </p:cNvPr>
                      <p:cNvSpPr/>
                      <p:nvPr userDrawn="1"/>
                    </p:nvSpPr>
                    <p:spPr>
                      <a:xfrm>
                        <a:off x="5784784" y="7255510"/>
                        <a:ext cx="1417320" cy="14173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2" name="Oval 151">
                      <a:extLst>
                        <a:ext uri="{FF2B5EF4-FFF2-40B4-BE49-F238E27FC236}">
                          <a16:creationId xmlns:a16="http://schemas.microsoft.com/office/drawing/2014/main" id="{B8D77279-E4F6-4D92-9B0B-8D62F9FE1E8F}"/>
                        </a:ext>
                      </a:extLst>
                    </p:cNvPr>
                    <p:cNvSpPr/>
                    <p:nvPr userDrawn="1"/>
                  </p:nvSpPr>
                  <p:spPr>
                    <a:xfrm>
                      <a:off x="5853364" y="7324090"/>
                      <a:ext cx="1280160" cy="12801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0" name="Oval 149">
                    <a:extLst>
                      <a:ext uri="{FF2B5EF4-FFF2-40B4-BE49-F238E27FC236}">
                        <a16:creationId xmlns:a16="http://schemas.microsoft.com/office/drawing/2014/main" id="{E74AC325-3B12-4159-8AED-4E3E710DAEEF}"/>
                      </a:ext>
                    </a:extLst>
                  </p:cNvPr>
                  <p:cNvSpPr/>
                  <p:nvPr userDrawn="1"/>
                </p:nvSpPr>
                <p:spPr>
                  <a:xfrm>
                    <a:off x="5731328" y="7516191"/>
                    <a:ext cx="1143000" cy="11430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8" name="Oval 147">
                  <a:extLst>
                    <a:ext uri="{FF2B5EF4-FFF2-40B4-BE49-F238E27FC236}">
                      <a16:creationId xmlns:a16="http://schemas.microsoft.com/office/drawing/2014/main" id="{EC1B4FD8-2FC5-40DA-8440-404078550805}"/>
                    </a:ext>
                  </a:extLst>
                </p:cNvPr>
                <p:cNvSpPr/>
                <p:nvPr userDrawn="1"/>
              </p:nvSpPr>
              <p:spPr>
                <a:xfrm>
                  <a:off x="5799908" y="7584771"/>
                  <a:ext cx="1005840" cy="10058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2" name="Oval 141">
                <a:extLst>
                  <a:ext uri="{FF2B5EF4-FFF2-40B4-BE49-F238E27FC236}">
                    <a16:creationId xmlns:a16="http://schemas.microsoft.com/office/drawing/2014/main" id="{DDE43C9A-47FE-47FA-B683-4BEFC34DFA56}"/>
                  </a:ext>
                </a:extLst>
              </p:cNvPr>
              <p:cNvSpPr/>
              <p:nvPr userDrawn="1"/>
            </p:nvSpPr>
            <p:spPr>
              <a:xfrm>
                <a:off x="5841984" y="7952850"/>
                <a:ext cx="868680" cy="8686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3" name="Oval 142">
                <a:extLst>
                  <a:ext uri="{FF2B5EF4-FFF2-40B4-BE49-F238E27FC236}">
                    <a16:creationId xmlns:a16="http://schemas.microsoft.com/office/drawing/2014/main" id="{D323EF77-802B-4532-87E0-12D961E906AE}"/>
                  </a:ext>
                </a:extLst>
              </p:cNvPr>
              <p:cNvSpPr/>
              <p:nvPr userDrawn="1"/>
            </p:nvSpPr>
            <p:spPr>
              <a:xfrm>
                <a:off x="5910564" y="8021430"/>
                <a:ext cx="731520" cy="7315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4" name="Oval 143">
                <a:extLst>
                  <a:ext uri="{FF2B5EF4-FFF2-40B4-BE49-F238E27FC236}">
                    <a16:creationId xmlns:a16="http://schemas.microsoft.com/office/drawing/2014/main" id="{5845FD57-5942-47C9-B349-B3937BE5A454}"/>
                  </a:ext>
                </a:extLst>
              </p:cNvPr>
              <p:cNvSpPr/>
              <p:nvPr userDrawn="1"/>
            </p:nvSpPr>
            <p:spPr>
              <a:xfrm>
                <a:off x="5979144" y="8090010"/>
                <a:ext cx="594360" cy="5943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5" name="Oval 144">
                <a:extLst>
                  <a:ext uri="{FF2B5EF4-FFF2-40B4-BE49-F238E27FC236}">
                    <a16:creationId xmlns:a16="http://schemas.microsoft.com/office/drawing/2014/main" id="{7C426FE0-2810-40DD-934D-F291980CBDE9}"/>
                  </a:ext>
                </a:extLst>
              </p:cNvPr>
              <p:cNvSpPr/>
              <p:nvPr userDrawn="1"/>
            </p:nvSpPr>
            <p:spPr>
              <a:xfrm>
                <a:off x="6047724" y="8158590"/>
                <a:ext cx="457200" cy="4572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6" name="Oval 145">
                <a:extLst>
                  <a:ext uri="{FF2B5EF4-FFF2-40B4-BE49-F238E27FC236}">
                    <a16:creationId xmlns:a16="http://schemas.microsoft.com/office/drawing/2014/main" id="{97A62AD5-3E4C-4375-A938-C7DC05A7F250}"/>
                  </a:ext>
                </a:extLst>
              </p:cNvPr>
              <p:cNvSpPr/>
              <p:nvPr userDrawn="1"/>
            </p:nvSpPr>
            <p:spPr>
              <a:xfrm>
                <a:off x="6116304" y="8227170"/>
                <a:ext cx="320040" cy="3200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0" name="Oval 139">
              <a:extLst>
                <a:ext uri="{FF2B5EF4-FFF2-40B4-BE49-F238E27FC236}">
                  <a16:creationId xmlns:a16="http://schemas.microsoft.com/office/drawing/2014/main" id="{2264E16F-857A-4567-9C09-01F8BA03FE22}"/>
                </a:ext>
              </a:extLst>
            </p:cNvPr>
            <p:cNvSpPr/>
            <p:nvPr userDrawn="1"/>
          </p:nvSpPr>
          <p:spPr>
            <a:xfrm>
              <a:off x="6184884" y="8295750"/>
              <a:ext cx="182880" cy="1828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Freeform: Shape 37">
            <a:extLst>
              <a:ext uri="{FF2B5EF4-FFF2-40B4-BE49-F238E27FC236}">
                <a16:creationId xmlns:a16="http://schemas.microsoft.com/office/drawing/2014/main" id="{73657794-F7A3-4030-9C54-38517D2C6C61}"/>
              </a:ext>
            </a:extLst>
          </p:cNvPr>
          <p:cNvSpPr/>
          <p:nvPr userDrawn="1"/>
        </p:nvSpPr>
        <p:spPr>
          <a:xfrm>
            <a:off x="0" y="2025665"/>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EA65556A-38A5-4BA5-9A40-33F02F960B1E}"/>
              </a:ext>
            </a:extLst>
          </p:cNvPr>
          <p:cNvSpPr/>
          <p:nvPr userDrawn="1"/>
        </p:nvSpPr>
        <p:spPr>
          <a:xfrm>
            <a:off x="2033943"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02996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6101628" y="4053385"/>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068239"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64220"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4058754"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rot="5400000">
            <a:off x="4074136"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2" cstate="screen">
            <a:extLst>
              <a:ext uri="{28A0092B-C50C-407E-A947-70E740481C1C}">
                <a14:useLocalDpi xmlns:a14="http://schemas.microsoft.com/office/drawing/2010/main" val="0"/>
              </a:ext>
            </a:extLst>
          </a:blip>
          <a:stretch>
            <a:fillRect/>
          </a:stretch>
        </p:blipFill>
        <p:spPr>
          <a:xfrm>
            <a:off x="2031592"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2034619"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2537077"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4058844"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2" y="6353175"/>
            <a:ext cx="1097280" cy="365125"/>
          </a:xfrm>
        </p:spPr>
        <p:txBody>
          <a:bodyPr/>
          <a:lstStyle>
            <a:lvl1pPr>
              <a:defRPr>
                <a:solidFill>
                  <a:schemeClr val="bg1"/>
                </a:solidFill>
              </a:defRPr>
            </a:lvl1pPr>
          </a:lstStyle>
          <a:p>
            <a:r>
              <a:rPr lang="en-US" dirty="0"/>
              <a:t>20XX</a:t>
            </a:r>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dirty="0"/>
              <a:t>Pitch deck title</a:t>
            </a:r>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5868264"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a:stCxn id="38" idx="4"/>
          </p:cNvCxnSpPr>
          <p:nvPr userDrawn="1"/>
        </p:nvCxnSpPr>
        <p:spPr>
          <a:xfrm flipV="1">
            <a:off x="0" y="1991841"/>
            <a:ext cx="5931799"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layout with icon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2"/>
            <a:ext cx="9725026" cy="1325880"/>
          </a:xfrm>
        </p:spPr>
        <p:txBody>
          <a:bodyPr anchor="t" anchorCtr="0"/>
          <a:lstStyle>
            <a:lvl1pPr>
              <a:defRPr cap="all" baseline="0">
                <a:solidFill>
                  <a:schemeClr val="accent1"/>
                </a:solidFill>
              </a:defRPr>
            </a:lvl1pPr>
          </a:lstStyle>
          <a:p>
            <a:r>
              <a:rPr lang="en-US" dirty="0"/>
              <a:t>CLICK TO ADD TITLE</a:t>
            </a:r>
          </a:p>
        </p:txBody>
      </p:sp>
      <p:sp>
        <p:nvSpPr>
          <p:cNvPr id="60" name="Online Image Placeholder 59">
            <a:extLst>
              <a:ext uri="{FF2B5EF4-FFF2-40B4-BE49-F238E27FC236}">
                <a16:creationId xmlns:a16="http://schemas.microsoft.com/office/drawing/2014/main" id="{F2FF0A87-B95D-4E75-86C6-E701CBFD4305}"/>
              </a:ext>
            </a:extLst>
          </p:cNvPr>
          <p:cNvSpPr>
            <a:spLocks noGrp="1"/>
          </p:cNvSpPr>
          <p:nvPr>
            <p:ph type="clipArt" sz="quarter" idx="18"/>
          </p:nvPr>
        </p:nvSpPr>
        <p:spPr>
          <a:xfrm>
            <a:off x="2469641" y="2184400"/>
            <a:ext cx="914400" cy="914400"/>
          </a:xfrm>
        </p:spPr>
        <p:txBody>
          <a:bodyPr>
            <a:normAutofit/>
          </a:bodyPr>
          <a:lstStyle>
            <a:lvl1pPr>
              <a:defRPr sz="1200"/>
            </a:lvl1pPr>
          </a:lstStyle>
          <a:p>
            <a:r>
              <a:rPr lang="en-US"/>
              <a:t>Click icon to add online image</a:t>
            </a:r>
            <a:endParaRPr lang="en-US" dirty="0"/>
          </a:p>
        </p:txBody>
      </p:sp>
      <p:sp>
        <p:nvSpPr>
          <p:cNvPr id="61" name="Online Image Placeholder 59">
            <a:extLst>
              <a:ext uri="{FF2B5EF4-FFF2-40B4-BE49-F238E27FC236}">
                <a16:creationId xmlns:a16="http://schemas.microsoft.com/office/drawing/2014/main" id="{EFF0D2F8-0092-4566-A98C-DE7F11F1CC35}"/>
              </a:ext>
            </a:extLst>
          </p:cNvPr>
          <p:cNvSpPr>
            <a:spLocks noGrp="1"/>
          </p:cNvSpPr>
          <p:nvPr>
            <p:ph type="clipArt" sz="quarter" idx="19"/>
          </p:nvPr>
        </p:nvSpPr>
        <p:spPr>
          <a:xfrm>
            <a:off x="5960930" y="2184654"/>
            <a:ext cx="914400" cy="914400"/>
          </a:xfrm>
        </p:spPr>
        <p:txBody>
          <a:bodyPr>
            <a:normAutofit/>
          </a:bodyPr>
          <a:lstStyle>
            <a:lvl1pPr>
              <a:defRPr sz="1200"/>
            </a:lvl1pPr>
          </a:lstStyle>
          <a:p>
            <a:r>
              <a:rPr lang="en-US"/>
              <a:t>Click icon to add online image</a:t>
            </a:r>
            <a:endParaRPr lang="en-US" dirty="0"/>
          </a:p>
        </p:txBody>
      </p:sp>
      <p:sp>
        <p:nvSpPr>
          <p:cNvPr id="62" name="Online Image Placeholder 59">
            <a:extLst>
              <a:ext uri="{FF2B5EF4-FFF2-40B4-BE49-F238E27FC236}">
                <a16:creationId xmlns:a16="http://schemas.microsoft.com/office/drawing/2014/main" id="{C673B15F-D120-4C48-8834-4E87C6CCDE2C}"/>
              </a:ext>
            </a:extLst>
          </p:cNvPr>
          <p:cNvSpPr>
            <a:spLocks noGrp="1"/>
          </p:cNvSpPr>
          <p:nvPr>
            <p:ph type="clipArt" sz="quarter" idx="20"/>
          </p:nvPr>
        </p:nvSpPr>
        <p:spPr>
          <a:xfrm>
            <a:off x="9439445" y="2184400"/>
            <a:ext cx="914400" cy="914400"/>
          </a:xfrm>
        </p:spPr>
        <p:txBody>
          <a:bodyPr>
            <a:normAutofit/>
          </a:bodyPr>
          <a:lstStyle>
            <a:lvl1pPr>
              <a:defRPr sz="1200"/>
            </a:lvl1pPr>
          </a:lstStyle>
          <a:p>
            <a:r>
              <a:rPr lang="en-US"/>
              <a:t>Click icon to add online image</a:t>
            </a:r>
            <a:endParaRPr lang="en-US" dirty="0"/>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1555241" y="3366741"/>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1555241"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a:extLst>
              <a:ext uri="{FF2B5EF4-FFF2-40B4-BE49-F238E27FC236}">
                <a16:creationId xmlns:a16="http://schemas.microsoft.com/office/drawing/2014/main" id="{D13E526C-A314-4221-BF6F-A27491DFB8F8}"/>
              </a:ext>
            </a:extLst>
          </p:cNvPr>
          <p:cNvSpPr>
            <a:spLocks noGrp="1"/>
          </p:cNvSpPr>
          <p:nvPr>
            <p:ph type="body" idx="15" hasCustomPrompt="1"/>
          </p:nvPr>
        </p:nvSpPr>
        <p:spPr>
          <a:xfrm>
            <a:off x="5046530" y="3359890"/>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16" name="Content Placeholder 2">
            <a:extLst>
              <a:ext uri="{FF2B5EF4-FFF2-40B4-BE49-F238E27FC236}">
                <a16:creationId xmlns:a16="http://schemas.microsoft.com/office/drawing/2014/main" id="{F8BF0048-EF4E-483F-8467-041ED0818280}"/>
              </a:ext>
            </a:extLst>
          </p:cNvPr>
          <p:cNvSpPr>
            <a:spLocks noGrp="1"/>
          </p:cNvSpPr>
          <p:nvPr>
            <p:ph sz="half" idx="14"/>
          </p:nvPr>
        </p:nvSpPr>
        <p:spPr>
          <a:xfrm>
            <a:off x="5046530" y="3894568"/>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8525045" y="3364836"/>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8525045"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4F4AB913-E6BC-42AA-956F-BE8B54570B15}"/>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3" name="Rectangle 12">
              <a:extLst>
                <a:ext uri="{FF2B5EF4-FFF2-40B4-BE49-F238E27FC236}">
                  <a16:creationId xmlns:a16="http://schemas.microsoft.com/office/drawing/2014/main" id="{39C870B4-B099-4311-A8C7-2C72CD4D74E5}"/>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0BFE83D-371B-498A-B5E9-347973288684}"/>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866C73-B970-43C4-A474-D1203C4A3343}"/>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C0C1F8BB-C13B-4B90-91D2-C95CB1363F0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23" name="Rectangle 22">
              <a:extLst>
                <a:ext uri="{FF2B5EF4-FFF2-40B4-BE49-F238E27FC236}">
                  <a16:creationId xmlns:a16="http://schemas.microsoft.com/office/drawing/2014/main" id="{266F531E-E93E-4E5C-9674-1B9C610CDF5F}"/>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E3AD939-EB0C-4B1E-9A4E-04D6BE504D40}"/>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3" name="Graphic 52">
              <a:extLst>
                <a:ext uri="{FF2B5EF4-FFF2-40B4-BE49-F238E27FC236}">
                  <a16:creationId xmlns:a16="http://schemas.microsoft.com/office/drawing/2014/main" id="{0C939296-0EC5-4504-B10B-2AA1A2F60A9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63" name="Date Placeholder 3">
            <a:extLst>
              <a:ext uri="{FF2B5EF4-FFF2-40B4-BE49-F238E27FC236}">
                <a16:creationId xmlns:a16="http://schemas.microsoft.com/office/drawing/2014/main" id="{834AD064-B2F1-4462-89CD-E6E2F6B06EA2}"/>
              </a:ext>
            </a:extLst>
          </p:cNvPr>
          <p:cNvSpPr>
            <a:spLocks noGrp="1"/>
          </p:cNvSpPr>
          <p:nvPr>
            <p:ph type="dt" sz="half" idx="10"/>
          </p:nvPr>
        </p:nvSpPr>
        <p:spPr>
          <a:xfrm>
            <a:off x="1554480" y="6353175"/>
            <a:ext cx="1097280" cy="365125"/>
          </a:xfrm>
        </p:spPr>
        <p:txBody>
          <a:bodyPr/>
          <a:lstStyle>
            <a:lvl1pPr>
              <a:defRPr>
                <a:solidFill>
                  <a:schemeClr val="tx1">
                    <a:lumMod val="75000"/>
                    <a:lumOff val="25000"/>
                  </a:schemeClr>
                </a:solidFill>
              </a:defRPr>
            </a:lvl1pPr>
          </a:lstStyle>
          <a:p>
            <a:r>
              <a:rPr lang="en-US" dirty="0"/>
              <a:t>20XX</a:t>
            </a:r>
          </a:p>
        </p:txBody>
      </p:sp>
      <p:sp>
        <p:nvSpPr>
          <p:cNvPr id="64" name="Footer Placeholder 4">
            <a:extLst>
              <a:ext uri="{FF2B5EF4-FFF2-40B4-BE49-F238E27FC236}">
                <a16:creationId xmlns:a16="http://schemas.microsoft.com/office/drawing/2014/main" id="{201E0480-817D-41A9-8CC8-A0AFF1B9B41C}"/>
              </a:ext>
            </a:extLst>
          </p:cNvPr>
          <p:cNvSpPr>
            <a:spLocks noGrp="1"/>
          </p:cNvSpPr>
          <p:nvPr>
            <p:ph type="ftr" sz="quarter" idx="11"/>
          </p:nvPr>
        </p:nvSpPr>
        <p:spPr>
          <a:xfrm>
            <a:off x="574452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5" name="Slide Number Placeholder 5">
            <a:extLst>
              <a:ext uri="{FF2B5EF4-FFF2-40B4-BE49-F238E27FC236}">
                <a16:creationId xmlns:a16="http://schemas.microsoft.com/office/drawing/2014/main" id="{01D21600-5A92-452F-96FB-F6BC365A44BB}"/>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31323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044952" y="898524"/>
            <a:ext cx="8232648"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id="{11529D7C-E220-400B-93DB-76E3FF912E01}"/>
              </a:ext>
              <a:ext uri="{C183D7F6-B498-43B3-948B-1728B52AA6E4}">
                <adec:decorative xmlns:adec="http://schemas.microsoft.com/office/drawing/2017/decorative" val="1"/>
              </a:ext>
            </a:extLst>
          </p:cNvPr>
          <p:cNvGrpSpPr/>
          <p:nvPr userDrawn="1"/>
        </p:nvGrpSpPr>
        <p:grpSpPr>
          <a:xfrm>
            <a:off x="0" y="0"/>
            <a:ext cx="2160614" cy="6858000"/>
            <a:chOff x="0" y="0"/>
            <a:chExt cx="2160614" cy="6858000"/>
          </a:xfrm>
        </p:grpSpPr>
        <p:sp>
          <p:nvSpPr>
            <p:cNvPr id="7" name="Rectangle 6">
              <a:extLst>
                <a:ext uri="{FF2B5EF4-FFF2-40B4-BE49-F238E27FC236}">
                  <a16:creationId xmlns:a16="http://schemas.microsoft.com/office/drawing/2014/main" id="{E557D1F3-8C55-47FE-B39A-86D30F8FFEA1}"/>
                </a:ext>
              </a:extLst>
            </p:cNvPr>
            <p:cNvSpPr/>
            <p:nvPr userDrawn="1"/>
          </p:nvSpPr>
          <p:spPr>
            <a:xfrm>
              <a:off x="0" y="0"/>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28032"/>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3172"/>
              <a:ext cx="2029968" cy="2029968"/>
            </a:xfrm>
            <a:prstGeom prst="rect">
              <a:avLst/>
            </a:prstGeom>
          </p:spPr>
        </p:pic>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0" y="1995685"/>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56351" y="206456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22308"/>
              <a:ext cx="2033751" cy="805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0" y="2065206"/>
              <a:ext cx="1014984" cy="192024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a:endCxn id="64" idx="6"/>
            </p:cNvCxnSpPr>
            <p:nvPr userDrawn="1"/>
          </p:nvCxnSpPr>
          <p:spPr>
            <a:xfrm>
              <a:off x="0" y="2008397"/>
              <a:ext cx="2160614"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886294"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Text Placeholder 2">
            <a:extLst>
              <a:ext uri="{FF2B5EF4-FFF2-40B4-BE49-F238E27FC236}">
                <a16:creationId xmlns:a16="http://schemas.microsoft.com/office/drawing/2014/main" id="{7FB5CF9E-DFF1-49F6-9EF8-EDA1F1E293C7}"/>
              </a:ext>
            </a:extLst>
          </p:cNvPr>
          <p:cNvSpPr>
            <a:spLocks noGrp="1"/>
          </p:cNvSpPr>
          <p:nvPr>
            <p:ph type="body" idx="13" hasCustomPrompt="1"/>
          </p:nvPr>
        </p:nvSpPr>
        <p:spPr>
          <a:xfrm>
            <a:off x="3044952"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Text Placeholder 3">
            <a:extLst>
              <a:ext uri="{FF2B5EF4-FFF2-40B4-BE49-F238E27FC236}">
                <a16:creationId xmlns:a16="http://schemas.microsoft.com/office/drawing/2014/main" id="{5C2828A1-5E2B-4E4E-A1F7-2C356780F547}"/>
              </a:ext>
            </a:extLst>
          </p:cNvPr>
          <p:cNvSpPr>
            <a:spLocks noGrp="1"/>
          </p:cNvSpPr>
          <p:nvPr>
            <p:ph type="body" sz="quarter" idx="16"/>
          </p:nvPr>
        </p:nvSpPr>
        <p:spPr>
          <a:xfrm>
            <a:off x="304800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78" name="Text Placeholder 2">
            <a:extLst>
              <a:ext uri="{FF2B5EF4-FFF2-40B4-BE49-F238E27FC236}">
                <a16:creationId xmlns:a16="http://schemas.microsoft.com/office/drawing/2014/main" id="{6B7FC992-8079-42D9-8481-2B5075C195E1}"/>
              </a:ext>
            </a:extLst>
          </p:cNvPr>
          <p:cNvSpPr>
            <a:spLocks noGrp="1"/>
          </p:cNvSpPr>
          <p:nvPr>
            <p:ph type="body" idx="15" hasCustomPrompt="1"/>
          </p:nvPr>
        </p:nvSpPr>
        <p:spPr>
          <a:xfrm>
            <a:off x="5926836"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79" name="Text Placeholder 3">
            <a:extLst>
              <a:ext uri="{FF2B5EF4-FFF2-40B4-BE49-F238E27FC236}">
                <a16:creationId xmlns:a16="http://schemas.microsoft.com/office/drawing/2014/main" id="{7B255ED8-3C11-4BF0-B064-0623B23B0B72}"/>
              </a:ext>
            </a:extLst>
          </p:cNvPr>
          <p:cNvSpPr>
            <a:spLocks noGrp="1"/>
          </p:cNvSpPr>
          <p:nvPr>
            <p:ph type="body" sz="quarter" idx="17"/>
          </p:nvPr>
        </p:nvSpPr>
        <p:spPr>
          <a:xfrm>
            <a:off x="5926836"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68" name="Text Placeholder 4">
            <a:extLst>
              <a:ext uri="{FF2B5EF4-FFF2-40B4-BE49-F238E27FC236}">
                <a16:creationId xmlns:a16="http://schemas.microsoft.com/office/drawing/2014/main" id="{CE356C04-FB22-4541-9D39-D5C0676F66BC}"/>
              </a:ext>
            </a:extLst>
          </p:cNvPr>
          <p:cNvSpPr>
            <a:spLocks noGrp="1"/>
          </p:cNvSpPr>
          <p:nvPr>
            <p:ph type="body" sz="quarter" idx="3" hasCustomPrompt="1"/>
          </p:nvPr>
        </p:nvSpPr>
        <p:spPr>
          <a:xfrm>
            <a:off x="8808720"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81" name="Text Placeholder 3">
            <a:extLst>
              <a:ext uri="{FF2B5EF4-FFF2-40B4-BE49-F238E27FC236}">
                <a16:creationId xmlns:a16="http://schemas.microsoft.com/office/drawing/2014/main" id="{BA0F0565-F3E0-4B3E-A99B-282A6236532C}"/>
              </a:ext>
            </a:extLst>
          </p:cNvPr>
          <p:cNvSpPr>
            <a:spLocks noGrp="1"/>
          </p:cNvSpPr>
          <p:nvPr>
            <p:ph type="body" sz="quarter" idx="18"/>
          </p:nvPr>
        </p:nvSpPr>
        <p:spPr>
          <a:xfrm>
            <a:off x="880872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044952" y="6353175"/>
            <a:ext cx="1097280" cy="365125"/>
          </a:xfrm>
        </p:spPr>
        <p:txBody>
          <a:bodyPr/>
          <a:lstStyle>
            <a:lvl1pPr>
              <a:defRPr>
                <a:solidFill>
                  <a:schemeClr val="tx1">
                    <a:lumMod val="75000"/>
                    <a:lumOff val="25000"/>
                  </a:schemeClr>
                </a:solidFill>
              </a:defRPr>
            </a:lvl1pPr>
          </a:lstStyle>
          <a:p>
            <a:r>
              <a:rPr lang="en-US" dirty="0"/>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489763"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4761049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10182226" cy="1325880"/>
          </a:xfrm>
        </p:spPr>
        <p:txBody>
          <a:bodyPr anchor="t" anchorCtr="0"/>
          <a:lstStyle>
            <a:lvl1pPr>
              <a:defRPr cap="all" baseline="0">
                <a:solidFill>
                  <a:schemeClr val="tx2"/>
                </a:solidFill>
              </a:defRPr>
            </a:lvl1pPr>
          </a:lstStyle>
          <a:p>
            <a:r>
              <a:rPr lang="en-US" dirty="0"/>
              <a:t>CLICK TO ADD TITLE</a:t>
            </a:r>
          </a:p>
        </p:txBody>
      </p:sp>
      <p:sp>
        <p:nvSpPr>
          <p:cNvPr id="9" name="Text Placeholder 8">
            <a:extLst>
              <a:ext uri="{FF2B5EF4-FFF2-40B4-BE49-F238E27FC236}">
                <a16:creationId xmlns:a16="http://schemas.microsoft.com/office/drawing/2014/main" id="{E2785225-FC1B-45E9-82D0-A13EF8F061A6}"/>
              </a:ext>
            </a:extLst>
          </p:cNvPr>
          <p:cNvSpPr>
            <a:spLocks noGrp="1"/>
          </p:cNvSpPr>
          <p:nvPr>
            <p:ph type="body" sz="quarter" idx="21" hasCustomPrompt="1"/>
          </p:nvPr>
        </p:nvSpPr>
        <p:spPr>
          <a:xfrm>
            <a:off x="1380744" y="2203704"/>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0" name="Text Placeholder 8">
            <a:extLst>
              <a:ext uri="{FF2B5EF4-FFF2-40B4-BE49-F238E27FC236}">
                <a16:creationId xmlns:a16="http://schemas.microsoft.com/office/drawing/2014/main" id="{70F3FFA0-BD69-4D83-ABB7-496D4AF91AD5}"/>
              </a:ext>
            </a:extLst>
          </p:cNvPr>
          <p:cNvSpPr>
            <a:spLocks noGrp="1"/>
          </p:cNvSpPr>
          <p:nvPr>
            <p:ph type="body" sz="quarter" idx="22" hasCustomPrompt="1"/>
          </p:nvPr>
        </p:nvSpPr>
        <p:spPr>
          <a:xfrm>
            <a:off x="1325880" y="346557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2" name="Text Placeholder 8">
            <a:extLst>
              <a:ext uri="{FF2B5EF4-FFF2-40B4-BE49-F238E27FC236}">
                <a16:creationId xmlns:a16="http://schemas.microsoft.com/office/drawing/2014/main" id="{49AF8CA2-03BC-4B43-978A-2B68EABFDC47}"/>
              </a:ext>
            </a:extLst>
          </p:cNvPr>
          <p:cNvSpPr>
            <a:spLocks noGrp="1"/>
          </p:cNvSpPr>
          <p:nvPr>
            <p:ph type="body" sz="quarter" idx="23" hasCustomPrompt="1"/>
          </p:nvPr>
        </p:nvSpPr>
        <p:spPr>
          <a:xfrm>
            <a:off x="1325880" y="474573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dirty="0"/>
              <a:t>20XX</a:t>
            </a:r>
          </a:p>
        </p:txBody>
      </p:sp>
      <p:sp>
        <p:nvSpPr>
          <p:cNvPr id="15" name="Text Placeholder 14">
            <a:extLst>
              <a:ext uri="{FF2B5EF4-FFF2-40B4-BE49-F238E27FC236}">
                <a16:creationId xmlns:a16="http://schemas.microsoft.com/office/drawing/2014/main" id="{96833738-63D7-4DAA-92B0-C4286C4F8361}"/>
              </a:ext>
            </a:extLst>
          </p:cNvPr>
          <p:cNvSpPr>
            <a:spLocks noGrp="1"/>
          </p:cNvSpPr>
          <p:nvPr>
            <p:ph type="body" sz="quarter" idx="24"/>
          </p:nvPr>
        </p:nvSpPr>
        <p:spPr>
          <a:xfrm>
            <a:off x="4489704" y="262432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sp>
        <p:nvSpPr>
          <p:cNvPr id="36" name="Text Placeholder 14">
            <a:extLst>
              <a:ext uri="{FF2B5EF4-FFF2-40B4-BE49-F238E27FC236}">
                <a16:creationId xmlns:a16="http://schemas.microsoft.com/office/drawing/2014/main" id="{EAF6FAB7-3D8F-43EF-801E-D9E6948A8409}"/>
              </a:ext>
            </a:extLst>
          </p:cNvPr>
          <p:cNvSpPr>
            <a:spLocks noGrp="1"/>
          </p:cNvSpPr>
          <p:nvPr>
            <p:ph type="body" sz="quarter" idx="26"/>
          </p:nvPr>
        </p:nvSpPr>
        <p:spPr>
          <a:xfrm>
            <a:off x="4489704" y="390448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sp>
        <p:nvSpPr>
          <p:cNvPr id="38" name="Text Placeholder 14">
            <a:extLst>
              <a:ext uri="{FF2B5EF4-FFF2-40B4-BE49-F238E27FC236}">
                <a16:creationId xmlns:a16="http://schemas.microsoft.com/office/drawing/2014/main" id="{13A498D1-E978-4C02-8712-EA7A16D153FE}"/>
              </a:ext>
            </a:extLst>
          </p:cNvPr>
          <p:cNvSpPr>
            <a:spLocks noGrp="1"/>
          </p:cNvSpPr>
          <p:nvPr>
            <p:ph type="body" sz="quarter" idx="28"/>
          </p:nvPr>
        </p:nvSpPr>
        <p:spPr>
          <a:xfrm>
            <a:off x="4489704" y="5157216"/>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cxnSp>
        <p:nvCxnSpPr>
          <p:cNvPr id="3" name="Straight Connector 2">
            <a:extLst>
              <a:ext uri="{FF2B5EF4-FFF2-40B4-BE49-F238E27FC236}">
                <a16:creationId xmlns:a16="http://schemas.microsoft.com/office/drawing/2014/main" id="{AF8E4D1E-5580-4429-B822-B0ACA17BF2DE}"/>
              </a:ext>
              <a:ext uri="{C183D7F6-B498-43B3-948B-1728B52AA6E4}">
                <adec:decorative xmlns:adec="http://schemas.microsoft.com/office/drawing/2017/decorative" val="1"/>
              </a:ext>
            </a:extLst>
          </p:cNvPr>
          <p:cNvCxnSpPr>
            <a:cxnSpLocks/>
          </p:cNvCxnSpPr>
          <p:nvPr userDrawn="1"/>
        </p:nvCxnSpPr>
        <p:spPr>
          <a:xfrm>
            <a:off x="1704025" y="285325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28EFE5A-E7ED-42E0-B4F7-CD6FB9AC0BE3}"/>
              </a:ext>
              <a:ext uri="{C183D7F6-B498-43B3-948B-1728B52AA6E4}">
                <adec:decorative xmlns:adec="http://schemas.microsoft.com/office/drawing/2017/decorative" val="1"/>
              </a:ext>
            </a:extLst>
          </p:cNvPr>
          <p:cNvSpPr/>
          <p:nvPr userDrawn="1"/>
        </p:nvSpPr>
        <p:spPr>
          <a:xfrm>
            <a:off x="3982733" y="274464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A99E5560-6CE0-4494-96B0-E58711D435AA}"/>
              </a:ext>
              <a:ext uri="{C183D7F6-B498-43B3-948B-1728B52AA6E4}">
                <adec:decorative xmlns:adec="http://schemas.microsoft.com/office/drawing/2017/decorative" val="1"/>
              </a:ext>
            </a:extLst>
          </p:cNvPr>
          <p:cNvGrpSpPr/>
          <p:nvPr userDrawn="1"/>
        </p:nvGrpSpPr>
        <p:grpSpPr>
          <a:xfrm>
            <a:off x="1717361" y="4002156"/>
            <a:ext cx="2495929" cy="1480420"/>
            <a:chOff x="1717361" y="4002156"/>
            <a:chExt cx="2495929" cy="1480420"/>
          </a:xfrm>
        </p:grpSpPr>
        <p:cxnSp>
          <p:nvCxnSpPr>
            <p:cNvPr id="5" name="Straight Connector 4">
              <a:extLst>
                <a:ext uri="{FF2B5EF4-FFF2-40B4-BE49-F238E27FC236}">
                  <a16:creationId xmlns:a16="http://schemas.microsoft.com/office/drawing/2014/main" id="{F242903C-0FC5-4F7E-A59A-1B57A8012CD8}"/>
                </a:ext>
              </a:extLst>
            </p:cNvPr>
            <p:cNvCxnSpPr>
              <a:cxnSpLocks/>
            </p:cNvCxnSpPr>
            <p:nvPr userDrawn="1"/>
          </p:nvCxnSpPr>
          <p:spPr>
            <a:xfrm>
              <a:off x="1717361" y="411076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02427F1-9BD1-40C4-8447-54CA2F762B28}"/>
                </a:ext>
              </a:extLst>
            </p:cNvPr>
            <p:cNvSpPr/>
            <p:nvPr userDrawn="1"/>
          </p:nvSpPr>
          <p:spPr>
            <a:xfrm>
              <a:off x="3996069" y="400215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9D896F91-3D1D-4BF4-B726-B6B1034E68C1}"/>
                </a:ext>
              </a:extLst>
            </p:cNvPr>
            <p:cNvCxnSpPr>
              <a:cxnSpLocks/>
            </p:cNvCxnSpPr>
            <p:nvPr userDrawn="1"/>
          </p:nvCxnSpPr>
          <p:spPr>
            <a:xfrm>
              <a:off x="1717361" y="5373966"/>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72AAC415-7A20-4A4D-80B1-B4AD3D514249}"/>
                </a:ext>
              </a:extLst>
            </p:cNvPr>
            <p:cNvSpPr/>
            <p:nvPr userDrawn="1"/>
          </p:nvSpPr>
          <p:spPr>
            <a:xfrm>
              <a:off x="3996069" y="5265355"/>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dirty="0"/>
              <a:t>Pitch deck title</a:t>
            </a:r>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914400" y="896112"/>
            <a:ext cx="9124951" cy="1362456"/>
          </a:xfrm>
        </p:spPr>
        <p:txBody>
          <a:bodyPr anchor="t" anchorCtr="0"/>
          <a:lstStyle>
            <a:lvl1pPr>
              <a:defRPr cap="all" baseline="0">
                <a:solidFill>
                  <a:schemeClr val="accent1"/>
                </a:solidFill>
              </a:defRPr>
            </a:lvl1pPr>
          </a:lstStyle>
          <a:p>
            <a:r>
              <a:rPr lang="en-US" dirty="0"/>
              <a:t>CLICK TO ADD TITLE</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5864487"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5863344"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88813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etition char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endParaRPr lang="en-ZA" dirty="0"/>
          </a:p>
        </p:txBody>
      </p:sp>
      <p:sp>
        <p:nvSpPr>
          <p:cNvPr id="10" name="Text Placeholder 5">
            <a:extLst>
              <a:ext uri="{FF2B5EF4-FFF2-40B4-BE49-F238E27FC236}">
                <a16:creationId xmlns:a16="http://schemas.microsoft.com/office/drawing/2014/main" id="{6CD52AD9-4495-432B-B01C-26AAF0EAA89F}"/>
              </a:ext>
            </a:extLst>
          </p:cNvPr>
          <p:cNvSpPr>
            <a:spLocks noGrp="1"/>
          </p:cNvSpPr>
          <p:nvPr>
            <p:ph type="body" sz="quarter" idx="12" hasCustomPrompt="1"/>
          </p:nvPr>
        </p:nvSpPr>
        <p:spPr>
          <a:xfrm>
            <a:off x="5271896" y="2355182"/>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2" name="Text Placeholder 5">
            <a:extLst>
              <a:ext uri="{FF2B5EF4-FFF2-40B4-BE49-F238E27FC236}">
                <a16:creationId xmlns:a16="http://schemas.microsoft.com/office/drawing/2014/main" id="{AF9EB7E7-72B3-4FD3-B153-815A53CB1B7D}"/>
              </a:ext>
            </a:extLst>
          </p:cNvPr>
          <p:cNvSpPr>
            <a:spLocks noGrp="1"/>
          </p:cNvSpPr>
          <p:nvPr>
            <p:ph type="body" sz="quarter" idx="14" hasCustomPrompt="1"/>
          </p:nvPr>
        </p:nvSpPr>
        <p:spPr>
          <a:xfrm>
            <a:off x="1070771" y="3383280"/>
            <a:ext cx="1980000" cy="365760"/>
          </a:xfrm>
        </p:spPr>
        <p:txBody>
          <a:bodyPr>
            <a:noAutofit/>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3" name="Text Placeholder 5">
            <a:extLst>
              <a:ext uri="{FF2B5EF4-FFF2-40B4-BE49-F238E27FC236}">
                <a16:creationId xmlns:a16="http://schemas.microsoft.com/office/drawing/2014/main" id="{139AE34A-A4BE-43AA-9A69-9A18D5FC53D8}"/>
              </a:ext>
            </a:extLst>
          </p:cNvPr>
          <p:cNvSpPr>
            <a:spLocks noGrp="1"/>
          </p:cNvSpPr>
          <p:nvPr>
            <p:ph type="body" sz="quarter" idx="15" hasCustomPrompt="1"/>
          </p:nvPr>
        </p:nvSpPr>
        <p:spPr>
          <a:xfrm>
            <a:off x="9171870" y="3383280"/>
            <a:ext cx="1980000" cy="365760"/>
          </a:xfrm>
        </p:spPr>
        <p:txBody>
          <a:bodyPr>
            <a:noAutofit/>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1" name="Text Placeholder 5">
            <a:extLst>
              <a:ext uri="{FF2B5EF4-FFF2-40B4-BE49-F238E27FC236}">
                <a16:creationId xmlns:a16="http://schemas.microsoft.com/office/drawing/2014/main" id="{23E8F54F-C5BD-4FE6-BB69-FEC69BC0FDDD}"/>
              </a:ext>
            </a:extLst>
          </p:cNvPr>
          <p:cNvSpPr>
            <a:spLocks noGrp="1"/>
          </p:cNvSpPr>
          <p:nvPr>
            <p:ph type="body" sz="quarter" idx="13" hasCustomPrompt="1"/>
          </p:nvPr>
        </p:nvSpPr>
        <p:spPr>
          <a:xfrm>
            <a:off x="5264750" y="4933275"/>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pic>
        <p:nvPicPr>
          <p:cNvPr id="5" name="Graphic 4">
            <a:extLst>
              <a:ext uri="{FF2B5EF4-FFF2-40B4-BE49-F238E27FC236}">
                <a16:creationId xmlns:a16="http://schemas.microsoft.com/office/drawing/2014/main" id="{6FBF4C06-0880-4F64-AC8F-328C5513CD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1177016" y="0"/>
            <a:ext cx="1014984" cy="1014984"/>
          </a:xfrm>
          <a:prstGeom prst="rect">
            <a:avLst/>
          </a:prstGeom>
        </p:spPr>
      </p:pic>
      <p:cxnSp>
        <p:nvCxnSpPr>
          <p:cNvPr id="6" name="Straight Connector 5">
            <a:extLst>
              <a:ext uri="{FF2B5EF4-FFF2-40B4-BE49-F238E27FC236}">
                <a16:creationId xmlns:a16="http://schemas.microsoft.com/office/drawing/2014/main" id="{7056531B-7079-455E-BCF7-DB094C331221}"/>
              </a:ext>
              <a:ext uri="{C183D7F6-B498-43B3-948B-1728B52AA6E4}">
                <adec:decorative xmlns:adec="http://schemas.microsoft.com/office/drawing/2017/decorative" val="1"/>
              </a:ext>
            </a:extLst>
          </p:cNvPr>
          <p:cNvCxnSpPr>
            <a:cxnSpLocks/>
          </p:cNvCxnSpPr>
          <p:nvPr userDrawn="1"/>
        </p:nvCxnSpPr>
        <p:spPr>
          <a:xfrm>
            <a:off x="1066800" y="3771900"/>
            <a:ext cx="10058400" cy="0"/>
          </a:xfrm>
          <a:prstGeom prst="line">
            <a:avLst/>
          </a:prstGeom>
          <a:ln w="38100" cap="sq">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1F2D70-0FC3-41BD-9F38-7F41F01349A9}"/>
              </a:ext>
              <a:ext uri="{C183D7F6-B498-43B3-948B-1728B52AA6E4}">
                <adec:decorative xmlns:adec="http://schemas.microsoft.com/office/drawing/2017/decorative" val="1"/>
              </a:ext>
            </a:extLst>
          </p:cNvPr>
          <p:cNvCxnSpPr>
            <a:cxnSpLocks/>
          </p:cNvCxnSpPr>
          <p:nvPr userDrawn="1"/>
        </p:nvCxnSpPr>
        <p:spPr>
          <a:xfrm>
            <a:off x="6254750" y="2743200"/>
            <a:ext cx="0" cy="206692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7210727-8680-449A-9AC7-094F823C71B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8" name="Footer Placeholder 4">
            <a:extLst>
              <a:ext uri="{FF2B5EF4-FFF2-40B4-BE49-F238E27FC236}">
                <a16:creationId xmlns:a16="http://schemas.microsoft.com/office/drawing/2014/main" id="{C53C0381-DF18-4C74-B221-4703565029CC}"/>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9" name="Slide Number Placeholder 5">
            <a:extLst>
              <a:ext uri="{FF2B5EF4-FFF2-40B4-BE49-F238E27FC236}">
                <a16:creationId xmlns:a16="http://schemas.microsoft.com/office/drawing/2014/main" id="{6338C9D5-18F2-4E98-9B4B-F691BC24D017}"/>
              </a:ext>
            </a:extLst>
          </p:cNvPr>
          <p:cNvSpPr>
            <a:spLocks noGrp="1"/>
          </p:cNvSpPr>
          <p:nvPr>
            <p:ph type="sldNum" sz="quarter" idx="16"/>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8650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action">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4"/>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4" name="Group 3">
            <a:extLst>
              <a:ext uri="{FF2B5EF4-FFF2-40B4-BE49-F238E27FC236}">
                <a16:creationId xmlns:a16="http://schemas.microsoft.com/office/drawing/2014/main" id="{0CBECFE1-9F80-4EFE-9699-3A240475EEDE}"/>
              </a:ext>
              <a:ext uri="{C183D7F6-B498-43B3-948B-1728B52AA6E4}">
                <adec:decorative xmlns:adec="http://schemas.microsoft.com/office/drawing/2017/decorative"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3489227">
              <a:off x="3019001" y="3357927"/>
              <a:ext cx="2029968" cy="2029968"/>
            </a:xfrm>
            <a:prstGeom prst="rect">
              <a:avLst/>
            </a:prstGeom>
          </p:spPr>
        </p:pic>
        <p:grpSp>
          <p:nvGrpSpPr>
            <p:cNvPr id="3" name="Group 2">
              <a:extLst>
                <a:ext uri="{FF2B5EF4-FFF2-40B4-BE49-F238E27FC236}">
                  <a16:creationId xmlns:a16="http://schemas.microsoft.com/office/drawing/2014/main" id="{E5E36EA0-9B77-4A31-A56A-93DEC2F87C2C}"/>
                </a:ext>
              </a:extLst>
            </p:cNvPr>
            <p:cNvGrpSpPr/>
            <p:nvPr userDrawn="1"/>
          </p:nvGrpSpPr>
          <p:grpSpPr>
            <a:xfrm>
              <a:off x="-193623" y="458228"/>
              <a:ext cx="4229571" cy="6401869"/>
              <a:chOff x="-193623" y="458228"/>
              <a:chExt cx="4229571" cy="6401869"/>
            </a:xfrm>
          </p:grpSpPr>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94" name="Text Placeholder 9">
            <a:extLst>
              <a:ext uri="{FF2B5EF4-FFF2-40B4-BE49-F238E27FC236}">
                <a16:creationId xmlns:a16="http://schemas.microsoft.com/office/drawing/2014/main" id="{32E9F26D-470A-4D61-B420-B2AE034ED8A0}"/>
              </a:ext>
            </a:extLst>
          </p:cNvPr>
          <p:cNvSpPr>
            <a:spLocks noGrp="1"/>
          </p:cNvSpPr>
          <p:nvPr>
            <p:ph type="body" sz="quarter" idx="20"/>
          </p:nvPr>
        </p:nvSpPr>
        <p:spPr>
          <a:xfrm>
            <a:off x="4932208" y="1818208"/>
            <a:ext cx="6336792" cy="539812"/>
          </a:xfrm>
        </p:spPr>
        <p:txBody>
          <a:bodyPr>
            <a:normAutofit/>
          </a:bodyPr>
          <a:lstStyle>
            <a:lvl1pPr marL="0" indent="0">
              <a:lnSpc>
                <a:spcPts val="2400"/>
              </a:lnSpc>
              <a:buNone/>
              <a:defRPr sz="18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2" name="Text Placeholder 9">
            <a:extLst>
              <a:ext uri="{FF2B5EF4-FFF2-40B4-BE49-F238E27FC236}">
                <a16:creationId xmlns:a16="http://schemas.microsoft.com/office/drawing/2014/main" id="{1955D76A-22F6-4027-BBB2-B9D632FFEF26}"/>
              </a:ext>
            </a:extLst>
          </p:cNvPr>
          <p:cNvSpPr>
            <a:spLocks noGrp="1"/>
          </p:cNvSpPr>
          <p:nvPr>
            <p:ph type="body" sz="quarter" idx="15" hasCustomPrompt="1"/>
          </p:nvPr>
        </p:nvSpPr>
        <p:spPr>
          <a:xfrm>
            <a:off x="4937760" y="2606040"/>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id="{B4867646-E605-4DCE-A193-DD63E54B12D1}"/>
              </a:ext>
            </a:extLst>
          </p:cNvPr>
          <p:cNvSpPr>
            <a:spLocks noGrp="1"/>
          </p:cNvSpPr>
          <p:nvPr>
            <p:ph type="body" sz="quarter" idx="13"/>
          </p:nvPr>
        </p:nvSpPr>
        <p:spPr>
          <a:xfrm>
            <a:off x="4937760" y="2907792"/>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5" name="Text Placeholder 9">
            <a:extLst>
              <a:ext uri="{FF2B5EF4-FFF2-40B4-BE49-F238E27FC236}">
                <a16:creationId xmlns:a16="http://schemas.microsoft.com/office/drawing/2014/main" id="{A5839152-B87E-4F7A-AF8F-37F412A6F61A}"/>
              </a:ext>
            </a:extLst>
          </p:cNvPr>
          <p:cNvSpPr>
            <a:spLocks noGrp="1"/>
          </p:cNvSpPr>
          <p:nvPr>
            <p:ph type="body" sz="quarter" idx="17" hasCustomPrompt="1"/>
          </p:nvPr>
        </p:nvSpPr>
        <p:spPr>
          <a:xfrm>
            <a:off x="4937760" y="389534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id="{4914385C-D888-405F-A9D8-61CC2E9F72C0}"/>
              </a:ext>
            </a:extLst>
          </p:cNvPr>
          <p:cNvSpPr>
            <a:spLocks noGrp="1"/>
          </p:cNvSpPr>
          <p:nvPr>
            <p:ph type="body" sz="quarter" idx="16"/>
          </p:nvPr>
        </p:nvSpPr>
        <p:spPr>
          <a:xfrm>
            <a:off x="4937760" y="4206240"/>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3" name="Text Placeholder 9">
            <a:extLst>
              <a:ext uri="{FF2B5EF4-FFF2-40B4-BE49-F238E27FC236}">
                <a16:creationId xmlns:a16="http://schemas.microsoft.com/office/drawing/2014/main" id="{C2F11BC9-5663-4641-AFD6-EF2749EDDAED}"/>
              </a:ext>
            </a:extLst>
          </p:cNvPr>
          <p:cNvSpPr>
            <a:spLocks noGrp="1"/>
          </p:cNvSpPr>
          <p:nvPr>
            <p:ph type="body" sz="quarter" idx="19" hasCustomPrompt="1"/>
          </p:nvPr>
        </p:nvSpPr>
        <p:spPr>
          <a:xfrm>
            <a:off x="4933747" y="522122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2" name="Text Placeholder 9">
            <a:extLst>
              <a:ext uri="{FF2B5EF4-FFF2-40B4-BE49-F238E27FC236}">
                <a16:creationId xmlns:a16="http://schemas.microsoft.com/office/drawing/2014/main" id="{963F6C91-7F9C-4273-8FDE-92A9BA3B8DE4}"/>
              </a:ext>
            </a:extLst>
          </p:cNvPr>
          <p:cNvSpPr>
            <a:spLocks noGrp="1"/>
          </p:cNvSpPr>
          <p:nvPr>
            <p:ph type="body" sz="quarter" idx="18"/>
          </p:nvPr>
        </p:nvSpPr>
        <p:spPr>
          <a:xfrm>
            <a:off x="4933747" y="5541264"/>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1357998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with sub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914400" y="896112"/>
            <a:ext cx="9124951" cy="1325563"/>
          </a:xfrm>
        </p:spPr>
        <p:txBody>
          <a:bodyPr anchor="t" anchorCtr="0"/>
          <a:lstStyle>
            <a:lvl1pPr>
              <a:defRPr cap="all" baseline="0">
                <a:solidFill>
                  <a:schemeClr val="accent1"/>
                </a:solidFill>
              </a:defRPr>
            </a:lvl1pPr>
          </a:lstStyle>
          <a:p>
            <a:r>
              <a:rPr lang="en-US" dirty="0"/>
              <a:t>CLICK TO ADD TITLE</a:t>
            </a:r>
          </a:p>
        </p:txBody>
      </p:sp>
      <p:sp>
        <p:nvSpPr>
          <p:cNvPr id="22" name="Text Placeholder 21">
            <a:extLst>
              <a:ext uri="{FF2B5EF4-FFF2-40B4-BE49-F238E27FC236}">
                <a16:creationId xmlns:a16="http://schemas.microsoft.com/office/drawing/2014/main" id="{AD170077-B4B3-49F8-9FCD-908C81278926}"/>
              </a:ext>
            </a:extLst>
          </p:cNvPr>
          <p:cNvSpPr>
            <a:spLocks noGrp="1"/>
          </p:cNvSpPr>
          <p:nvPr>
            <p:ph type="body" sz="quarter" idx="14"/>
          </p:nvPr>
        </p:nvSpPr>
        <p:spPr>
          <a:xfrm>
            <a:off x="914400" y="1595438"/>
            <a:ext cx="9124950" cy="60007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6373368"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372225"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E245CE27-BF50-45D1-92DF-3CC2CC341A7C}"/>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75606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838200" y="896112"/>
            <a:ext cx="10515600" cy="1325563"/>
          </a:xfrm>
        </p:spPr>
        <p:txBody>
          <a:bodyPr anchor="t" anchorCtr="0"/>
          <a:lstStyle>
            <a:lvl1pPr>
              <a:defRPr cap="all" baseline="0">
                <a:solidFill>
                  <a:schemeClr val="tx2"/>
                </a:solidFill>
              </a:defRPr>
            </a:lvl1pPr>
          </a:lstStyle>
          <a:p>
            <a:r>
              <a:rPr lang="en-US" dirty="0"/>
              <a:t>Click to ADD TITLE</a:t>
            </a:r>
            <a:endParaRPr lang="en-ZA" dirty="0"/>
          </a:p>
        </p:txBody>
      </p:sp>
      <p:sp>
        <p:nvSpPr>
          <p:cNvPr id="35" name="Text Placeholder 3">
            <a:extLst>
              <a:ext uri="{FF2B5EF4-FFF2-40B4-BE49-F238E27FC236}">
                <a16:creationId xmlns:a16="http://schemas.microsoft.com/office/drawing/2014/main" id="{EC5BA522-ACA2-41E7-8167-4CAD19A343D4}"/>
              </a:ext>
            </a:extLst>
          </p:cNvPr>
          <p:cNvSpPr>
            <a:spLocks noGrp="1"/>
          </p:cNvSpPr>
          <p:nvPr>
            <p:ph type="body" sz="quarter" idx="59" hasCustomPrompt="1"/>
          </p:nvPr>
        </p:nvSpPr>
        <p:spPr>
          <a:xfrm>
            <a:off x="2258568" y="230428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36" name="Text Placeholder 36">
            <a:extLst>
              <a:ext uri="{FF2B5EF4-FFF2-40B4-BE49-F238E27FC236}">
                <a16:creationId xmlns:a16="http://schemas.microsoft.com/office/drawing/2014/main" id="{3FE4D07D-18EE-4015-BE1A-670EF5502FD5}"/>
              </a:ext>
            </a:extLst>
          </p:cNvPr>
          <p:cNvSpPr>
            <a:spLocks noGrp="1"/>
          </p:cNvSpPr>
          <p:nvPr>
            <p:ph type="body" sz="quarter" idx="60" hasCustomPrompt="1"/>
          </p:nvPr>
        </p:nvSpPr>
        <p:spPr>
          <a:xfrm>
            <a:off x="2313432" y="261518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59" name="Text Placeholder 3">
            <a:extLst>
              <a:ext uri="{FF2B5EF4-FFF2-40B4-BE49-F238E27FC236}">
                <a16:creationId xmlns:a16="http://schemas.microsoft.com/office/drawing/2014/main" id="{6962D0AF-583F-4670-BC13-F7BAE6B6974D}"/>
              </a:ext>
            </a:extLst>
          </p:cNvPr>
          <p:cNvSpPr>
            <a:spLocks noGrp="1"/>
          </p:cNvSpPr>
          <p:nvPr>
            <p:ph type="body" sz="quarter" idx="61" hasCustomPrompt="1"/>
          </p:nvPr>
        </p:nvSpPr>
        <p:spPr>
          <a:xfrm>
            <a:off x="4667859" y="230254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0" name="Text Placeholder 36">
            <a:extLst>
              <a:ext uri="{FF2B5EF4-FFF2-40B4-BE49-F238E27FC236}">
                <a16:creationId xmlns:a16="http://schemas.microsoft.com/office/drawing/2014/main" id="{C689AF3A-9B30-404A-B454-562D375F9B93}"/>
              </a:ext>
            </a:extLst>
          </p:cNvPr>
          <p:cNvSpPr>
            <a:spLocks noGrp="1"/>
          </p:cNvSpPr>
          <p:nvPr>
            <p:ph type="body" sz="quarter" idx="62" hasCustomPrompt="1"/>
          </p:nvPr>
        </p:nvSpPr>
        <p:spPr>
          <a:xfrm>
            <a:off x="4722723" y="261344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1" name="Text Placeholder 3">
            <a:extLst>
              <a:ext uri="{FF2B5EF4-FFF2-40B4-BE49-F238E27FC236}">
                <a16:creationId xmlns:a16="http://schemas.microsoft.com/office/drawing/2014/main" id="{3352E813-A80F-4AEB-908D-C58B76F95B15}"/>
              </a:ext>
            </a:extLst>
          </p:cNvPr>
          <p:cNvSpPr>
            <a:spLocks noGrp="1"/>
          </p:cNvSpPr>
          <p:nvPr>
            <p:ph type="body" sz="quarter" idx="63" hasCustomPrompt="1"/>
          </p:nvPr>
        </p:nvSpPr>
        <p:spPr>
          <a:xfrm>
            <a:off x="8577756" y="231969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2" name="Text Placeholder 36">
            <a:extLst>
              <a:ext uri="{FF2B5EF4-FFF2-40B4-BE49-F238E27FC236}">
                <a16:creationId xmlns:a16="http://schemas.microsoft.com/office/drawing/2014/main" id="{58E04D07-1AA8-4C7D-A594-AD4587E5077E}"/>
              </a:ext>
            </a:extLst>
          </p:cNvPr>
          <p:cNvSpPr>
            <a:spLocks noGrp="1"/>
          </p:cNvSpPr>
          <p:nvPr>
            <p:ph type="body" sz="quarter" idx="64" hasCustomPrompt="1"/>
          </p:nvPr>
        </p:nvSpPr>
        <p:spPr>
          <a:xfrm>
            <a:off x="8632620" y="263059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9" name="Text Placeholder 10">
            <a:extLst>
              <a:ext uri="{FF2B5EF4-FFF2-40B4-BE49-F238E27FC236}">
                <a16:creationId xmlns:a16="http://schemas.microsoft.com/office/drawing/2014/main" id="{7811C96E-0DEE-4C3C-914D-3D8E37D685D8}"/>
              </a:ext>
            </a:extLst>
          </p:cNvPr>
          <p:cNvSpPr>
            <a:spLocks noGrp="1"/>
          </p:cNvSpPr>
          <p:nvPr>
            <p:ph type="body" sz="quarter" idx="33" hasCustomPrompt="1"/>
          </p:nvPr>
        </p:nvSpPr>
        <p:spPr>
          <a:xfrm>
            <a:off x="914399" y="3354712"/>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10" name="Text Placeholder 10">
            <a:extLst>
              <a:ext uri="{FF2B5EF4-FFF2-40B4-BE49-F238E27FC236}">
                <a16:creationId xmlns:a16="http://schemas.microsoft.com/office/drawing/2014/main" id="{401495E4-6A47-4169-8AF4-736F7CF55C37}"/>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1" name="Text Placeholder 10">
            <a:extLst>
              <a:ext uri="{FF2B5EF4-FFF2-40B4-BE49-F238E27FC236}">
                <a16:creationId xmlns:a16="http://schemas.microsoft.com/office/drawing/2014/main" id="{4A350147-917D-4020-B9C3-CE41143A103A}"/>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2" name="Text Placeholder 10">
            <a:extLst>
              <a:ext uri="{FF2B5EF4-FFF2-40B4-BE49-F238E27FC236}">
                <a16:creationId xmlns:a16="http://schemas.microsoft.com/office/drawing/2014/main" id="{595A6F9E-88A2-46C6-B4B4-642D65C42C1E}"/>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3" name="Text Placeholder 10">
            <a:extLst>
              <a:ext uri="{FF2B5EF4-FFF2-40B4-BE49-F238E27FC236}">
                <a16:creationId xmlns:a16="http://schemas.microsoft.com/office/drawing/2014/main" id="{11C0F1C3-D7E3-418A-8706-CD257C1F5B6A}"/>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5" name="Text Placeholder 10">
            <a:extLst>
              <a:ext uri="{FF2B5EF4-FFF2-40B4-BE49-F238E27FC236}">
                <a16:creationId xmlns:a16="http://schemas.microsoft.com/office/drawing/2014/main" id="{8715823E-52F8-49ED-9EC8-E99ED0915BDD}"/>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6" name="Text Placeholder 10">
            <a:extLst>
              <a:ext uri="{FF2B5EF4-FFF2-40B4-BE49-F238E27FC236}">
                <a16:creationId xmlns:a16="http://schemas.microsoft.com/office/drawing/2014/main" id="{7DF700D5-2F9B-4B15-92CF-1052851D5E1B}"/>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7" name="Text Placeholder 10">
            <a:extLst>
              <a:ext uri="{FF2B5EF4-FFF2-40B4-BE49-F238E27FC236}">
                <a16:creationId xmlns:a16="http://schemas.microsoft.com/office/drawing/2014/main" id="{BB40768A-A2DB-44AA-89F5-071BCE4D9F91}"/>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9" name="Text Placeholder 10">
            <a:extLst>
              <a:ext uri="{FF2B5EF4-FFF2-40B4-BE49-F238E27FC236}">
                <a16:creationId xmlns:a16="http://schemas.microsoft.com/office/drawing/2014/main" id="{105B8381-43DD-41A0-A705-D1255AC449AE}"/>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0" name="Text Placeholder 10">
            <a:extLst>
              <a:ext uri="{FF2B5EF4-FFF2-40B4-BE49-F238E27FC236}">
                <a16:creationId xmlns:a16="http://schemas.microsoft.com/office/drawing/2014/main" id="{C178CB7C-93FB-40C1-9170-B99EF8EE9E8F}"/>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8" name="Text Placeholder 10">
            <a:extLst>
              <a:ext uri="{FF2B5EF4-FFF2-40B4-BE49-F238E27FC236}">
                <a16:creationId xmlns:a16="http://schemas.microsoft.com/office/drawing/2014/main" id="{16D07EB6-011E-4F65-9F28-20CAB54640E8}"/>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1" name="Text Placeholder 10">
            <a:extLst>
              <a:ext uri="{FF2B5EF4-FFF2-40B4-BE49-F238E27FC236}">
                <a16:creationId xmlns:a16="http://schemas.microsoft.com/office/drawing/2014/main" id="{A2B65EAF-1F60-417C-B138-F72EFEBF6D81}"/>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2" name="Text Placeholder 10">
            <a:extLst>
              <a:ext uri="{FF2B5EF4-FFF2-40B4-BE49-F238E27FC236}">
                <a16:creationId xmlns:a16="http://schemas.microsoft.com/office/drawing/2014/main" id="{76D120F4-A640-421C-B1F8-406158CFBC8E}"/>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4" name="Text Placeholder 10">
            <a:extLst>
              <a:ext uri="{FF2B5EF4-FFF2-40B4-BE49-F238E27FC236}">
                <a16:creationId xmlns:a16="http://schemas.microsoft.com/office/drawing/2014/main" id="{105D759B-EB6D-4560-B0B8-1F7EB7D1B841}"/>
              </a:ext>
            </a:extLst>
          </p:cNvPr>
          <p:cNvSpPr>
            <a:spLocks noGrp="1"/>
          </p:cNvSpPr>
          <p:nvPr>
            <p:ph type="body" sz="quarter" idx="38" hasCustomPrompt="1"/>
          </p:nvPr>
        </p:nvSpPr>
        <p:spPr>
          <a:xfrm>
            <a:off x="914400" y="4292468"/>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23" name="Text Placeholder 10">
            <a:extLst>
              <a:ext uri="{FF2B5EF4-FFF2-40B4-BE49-F238E27FC236}">
                <a16:creationId xmlns:a16="http://schemas.microsoft.com/office/drawing/2014/main" id="{BBD14391-1DC8-4D56-951F-25C5BDB3921C}"/>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4" name="Text Placeholder 10">
            <a:extLst>
              <a:ext uri="{FF2B5EF4-FFF2-40B4-BE49-F238E27FC236}">
                <a16:creationId xmlns:a16="http://schemas.microsoft.com/office/drawing/2014/main" id="{93FC04C9-D1DE-47BA-8D50-6D762B72B8FC}"/>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5" name="Text Placeholder 10">
            <a:extLst>
              <a:ext uri="{FF2B5EF4-FFF2-40B4-BE49-F238E27FC236}">
                <a16:creationId xmlns:a16="http://schemas.microsoft.com/office/drawing/2014/main" id="{B8FB174F-BC80-4817-90C7-42F90C7978E5}"/>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6" name="Text Placeholder 10">
            <a:extLst>
              <a:ext uri="{FF2B5EF4-FFF2-40B4-BE49-F238E27FC236}">
                <a16:creationId xmlns:a16="http://schemas.microsoft.com/office/drawing/2014/main" id="{E896FB65-5B08-4993-8523-822688BB2A9B}"/>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7" name="Text Placeholder 10">
            <a:extLst>
              <a:ext uri="{FF2B5EF4-FFF2-40B4-BE49-F238E27FC236}">
                <a16:creationId xmlns:a16="http://schemas.microsoft.com/office/drawing/2014/main" id="{DBAF247D-367F-4524-9E85-4B66631D5309}"/>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8" name="Text Placeholder 10">
            <a:extLst>
              <a:ext uri="{FF2B5EF4-FFF2-40B4-BE49-F238E27FC236}">
                <a16:creationId xmlns:a16="http://schemas.microsoft.com/office/drawing/2014/main" id="{4F9BFDEC-4D89-4C8E-A3D9-A6DF0297F780}"/>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9" name="Text Placeholder 10">
            <a:extLst>
              <a:ext uri="{FF2B5EF4-FFF2-40B4-BE49-F238E27FC236}">
                <a16:creationId xmlns:a16="http://schemas.microsoft.com/office/drawing/2014/main" id="{9C08EC58-18EC-4890-94D6-2422A6BBA8D5}"/>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1" name="Text Placeholder 10">
            <a:extLst>
              <a:ext uri="{FF2B5EF4-FFF2-40B4-BE49-F238E27FC236}">
                <a16:creationId xmlns:a16="http://schemas.microsoft.com/office/drawing/2014/main" id="{5F5960EF-7F51-41A0-9E73-D2F727AB3F0D}"/>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2" name="Text Placeholder 10">
            <a:extLst>
              <a:ext uri="{FF2B5EF4-FFF2-40B4-BE49-F238E27FC236}">
                <a16:creationId xmlns:a16="http://schemas.microsoft.com/office/drawing/2014/main" id="{9F81D711-9D82-42A4-8AB2-12D1F4490AAD}"/>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0" name="Text Placeholder 10">
            <a:extLst>
              <a:ext uri="{FF2B5EF4-FFF2-40B4-BE49-F238E27FC236}">
                <a16:creationId xmlns:a16="http://schemas.microsoft.com/office/drawing/2014/main" id="{D360A36A-7282-4045-B0DF-503E6A97BA47}"/>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3" name="Text Placeholder 10">
            <a:extLst>
              <a:ext uri="{FF2B5EF4-FFF2-40B4-BE49-F238E27FC236}">
                <a16:creationId xmlns:a16="http://schemas.microsoft.com/office/drawing/2014/main" id="{0A2E5DCC-5FCD-4396-9980-17ECD06BB370}"/>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4" name="Text Placeholder 10">
            <a:extLst>
              <a:ext uri="{FF2B5EF4-FFF2-40B4-BE49-F238E27FC236}">
                <a16:creationId xmlns:a16="http://schemas.microsoft.com/office/drawing/2014/main" id="{A3860367-6AF8-4009-AE8B-33DEE49D1773}"/>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7" name="Arrow: Right 36">
            <a:extLst>
              <a:ext uri="{FF2B5EF4-FFF2-40B4-BE49-F238E27FC236}">
                <a16:creationId xmlns:a16="http://schemas.microsoft.com/office/drawing/2014/main" id="{A21A7A3E-FAE9-412E-9085-C5396DD58558}"/>
              </a:ext>
              <a:ext uri="{C183D7F6-B498-43B3-948B-1728B52AA6E4}">
                <adec:decorative xmlns:adec="http://schemas.microsoft.com/office/drawing/2017/decorative" val="1"/>
              </a:ext>
            </a:extLst>
          </p:cNvPr>
          <p:cNvSpPr/>
          <p:nvPr userDrawn="1"/>
        </p:nvSpPr>
        <p:spPr>
          <a:xfrm>
            <a:off x="929640" y="3981445"/>
            <a:ext cx="10332720" cy="168656"/>
          </a:xfrm>
          <a:prstGeom prst="rightArrow">
            <a:avLst>
              <a:gd name="adj1" fmla="val 100000"/>
              <a:gd name="adj2" fmla="val 859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pic>
        <p:nvPicPr>
          <p:cNvPr id="4" name="Graphic 3">
            <a:extLst>
              <a:ext uri="{FF2B5EF4-FFF2-40B4-BE49-F238E27FC236}">
                <a16:creationId xmlns:a16="http://schemas.microsoft.com/office/drawing/2014/main" id="{53DC4F1A-B4E3-468C-B5D4-1171E63EFA1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cxnSp>
        <p:nvCxnSpPr>
          <p:cNvPr id="38" name="Straight Connector 37">
            <a:extLst>
              <a:ext uri="{FF2B5EF4-FFF2-40B4-BE49-F238E27FC236}">
                <a16:creationId xmlns:a16="http://schemas.microsoft.com/office/drawing/2014/main" id="{2DB417EF-A4F1-45A2-ACA0-5C82104244A7}"/>
              </a:ext>
              <a:ext uri="{C183D7F6-B498-43B3-948B-1728B52AA6E4}">
                <adec:decorative xmlns:adec="http://schemas.microsoft.com/office/drawing/2017/decorative" val="1"/>
              </a:ext>
            </a:extLst>
          </p:cNvPr>
          <p:cNvCxnSpPr>
            <a:cxnSpLocks/>
          </p:cNvCxnSpPr>
          <p:nvPr userDrawn="1"/>
        </p:nvCxnSpPr>
        <p:spPr>
          <a:xfrm>
            <a:off x="3044816" y="2697432"/>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E81057A-21E4-4E98-BFE7-5B870E5EAA41}"/>
              </a:ext>
              <a:ext uri="{C183D7F6-B498-43B3-948B-1728B52AA6E4}">
                <adec:decorative xmlns:adec="http://schemas.microsoft.com/office/drawing/2017/decorative" val="1"/>
              </a:ext>
            </a:extLst>
          </p:cNvPr>
          <p:cNvCxnSpPr>
            <a:cxnSpLocks/>
          </p:cNvCxnSpPr>
          <p:nvPr userDrawn="1"/>
        </p:nvCxnSpPr>
        <p:spPr>
          <a:xfrm>
            <a:off x="5423645" y="2697480"/>
            <a:ext cx="0" cy="733425"/>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7D18C9-8D44-4323-B6BF-BF76C2381281}"/>
              </a:ext>
              <a:ext uri="{C183D7F6-B498-43B3-948B-1728B52AA6E4}">
                <adec:decorative xmlns:adec="http://schemas.microsoft.com/office/drawing/2017/decorative" val="1"/>
              </a:ext>
            </a:extLst>
          </p:cNvPr>
          <p:cNvCxnSpPr>
            <a:cxnSpLocks/>
          </p:cNvCxnSpPr>
          <p:nvPr userDrawn="1"/>
        </p:nvCxnSpPr>
        <p:spPr>
          <a:xfrm>
            <a:off x="9354996" y="269748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201D3F8-FF19-44BC-9EE7-6B58CD82BBD1}"/>
              </a:ext>
              <a:ext uri="{C183D7F6-B498-43B3-948B-1728B52AA6E4}">
                <adec:decorative xmlns:adec="http://schemas.microsoft.com/office/drawing/2017/decorative" val="1"/>
              </a:ext>
            </a:extLst>
          </p:cNvPr>
          <p:cNvCxnSpPr>
            <a:cxnSpLocks/>
          </p:cNvCxnSpPr>
          <p:nvPr userDrawn="1"/>
        </p:nvCxnSpPr>
        <p:spPr>
          <a:xfrm rot="10800000">
            <a:off x="3049258"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6ACB076-AF56-41FE-9380-E9AD0CF40394}"/>
              </a:ext>
              <a:ext uri="{C183D7F6-B498-43B3-948B-1728B52AA6E4}">
                <adec:decorative xmlns:adec="http://schemas.microsoft.com/office/drawing/2017/decorative" val="1"/>
              </a:ext>
            </a:extLst>
          </p:cNvPr>
          <p:cNvCxnSpPr>
            <a:cxnSpLocks/>
          </p:cNvCxnSpPr>
          <p:nvPr userDrawn="1"/>
        </p:nvCxnSpPr>
        <p:spPr>
          <a:xfrm rot="10800000">
            <a:off x="7014003"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01BD79D-A068-4E2B-A576-16599ECD33DF}"/>
              </a:ext>
              <a:ext uri="{C183D7F6-B498-43B3-948B-1728B52AA6E4}">
                <adec:decorative xmlns:adec="http://schemas.microsoft.com/office/drawing/2017/decorative" val="1"/>
              </a:ext>
            </a:extLst>
          </p:cNvPr>
          <p:cNvCxnSpPr>
            <a:cxnSpLocks/>
          </p:cNvCxnSpPr>
          <p:nvPr userDrawn="1"/>
        </p:nvCxnSpPr>
        <p:spPr>
          <a:xfrm rot="10800000">
            <a:off x="10949479"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63" name="Text Placeholder 3">
            <a:extLst>
              <a:ext uri="{FF2B5EF4-FFF2-40B4-BE49-F238E27FC236}">
                <a16:creationId xmlns:a16="http://schemas.microsoft.com/office/drawing/2014/main" id="{28F6AF7C-04EA-4C94-9ADB-02F18DEF5A67}"/>
              </a:ext>
            </a:extLst>
          </p:cNvPr>
          <p:cNvSpPr>
            <a:spLocks noGrp="1"/>
          </p:cNvSpPr>
          <p:nvPr>
            <p:ph type="body" sz="quarter" idx="65" hasCustomPrompt="1"/>
          </p:nvPr>
        </p:nvSpPr>
        <p:spPr>
          <a:xfrm>
            <a:off x="2302341" y="526963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4" name="Text Placeholder 36">
            <a:extLst>
              <a:ext uri="{FF2B5EF4-FFF2-40B4-BE49-F238E27FC236}">
                <a16:creationId xmlns:a16="http://schemas.microsoft.com/office/drawing/2014/main" id="{DBC1E942-B2AC-4A1B-A9BF-207F48444E69}"/>
              </a:ext>
            </a:extLst>
          </p:cNvPr>
          <p:cNvSpPr>
            <a:spLocks noGrp="1"/>
          </p:cNvSpPr>
          <p:nvPr>
            <p:ph type="body" sz="quarter" idx="66" hasCustomPrompt="1"/>
          </p:nvPr>
        </p:nvSpPr>
        <p:spPr>
          <a:xfrm>
            <a:off x="2357205" y="558053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5" name="Text Placeholder 3">
            <a:extLst>
              <a:ext uri="{FF2B5EF4-FFF2-40B4-BE49-F238E27FC236}">
                <a16:creationId xmlns:a16="http://schemas.microsoft.com/office/drawing/2014/main" id="{236CF734-307C-46DF-9F1B-B7B348E8AFEC}"/>
              </a:ext>
            </a:extLst>
          </p:cNvPr>
          <p:cNvSpPr>
            <a:spLocks noGrp="1"/>
          </p:cNvSpPr>
          <p:nvPr>
            <p:ph type="body" sz="quarter" idx="67" hasCustomPrompt="1"/>
          </p:nvPr>
        </p:nvSpPr>
        <p:spPr>
          <a:xfrm>
            <a:off x="6222339"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6" name="Text Placeholder 36">
            <a:extLst>
              <a:ext uri="{FF2B5EF4-FFF2-40B4-BE49-F238E27FC236}">
                <a16:creationId xmlns:a16="http://schemas.microsoft.com/office/drawing/2014/main" id="{A797E2F6-E10E-4B32-8496-AC4E0B14B3F7}"/>
              </a:ext>
            </a:extLst>
          </p:cNvPr>
          <p:cNvSpPr>
            <a:spLocks noGrp="1"/>
          </p:cNvSpPr>
          <p:nvPr>
            <p:ph type="body" sz="quarter" idx="68" hasCustomPrompt="1"/>
          </p:nvPr>
        </p:nvSpPr>
        <p:spPr>
          <a:xfrm>
            <a:off x="6277203"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7" name="Text Placeholder 3">
            <a:extLst>
              <a:ext uri="{FF2B5EF4-FFF2-40B4-BE49-F238E27FC236}">
                <a16:creationId xmlns:a16="http://schemas.microsoft.com/office/drawing/2014/main" id="{FE2C824F-3FEC-4436-8D89-71417F95C4CA}"/>
              </a:ext>
            </a:extLst>
          </p:cNvPr>
          <p:cNvSpPr>
            <a:spLocks noGrp="1"/>
          </p:cNvSpPr>
          <p:nvPr>
            <p:ph type="body" sz="quarter" idx="69" hasCustomPrompt="1"/>
          </p:nvPr>
        </p:nvSpPr>
        <p:spPr>
          <a:xfrm>
            <a:off x="10161393"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8" name="Text Placeholder 36">
            <a:extLst>
              <a:ext uri="{FF2B5EF4-FFF2-40B4-BE49-F238E27FC236}">
                <a16:creationId xmlns:a16="http://schemas.microsoft.com/office/drawing/2014/main" id="{A789A2A0-3ABC-41EA-A65B-C158812FD38D}"/>
              </a:ext>
            </a:extLst>
          </p:cNvPr>
          <p:cNvSpPr>
            <a:spLocks noGrp="1"/>
          </p:cNvSpPr>
          <p:nvPr>
            <p:ph type="body" sz="quarter" idx="70" hasCustomPrompt="1"/>
          </p:nvPr>
        </p:nvSpPr>
        <p:spPr>
          <a:xfrm>
            <a:off x="10216257"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40" name="Date Placeholder 3">
            <a:extLst>
              <a:ext uri="{FF2B5EF4-FFF2-40B4-BE49-F238E27FC236}">
                <a16:creationId xmlns:a16="http://schemas.microsoft.com/office/drawing/2014/main" id="{F15C78F9-B77F-44BB-9DD3-7FD6042F4D4F}"/>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41" name="Footer Placeholder 4">
            <a:extLst>
              <a:ext uri="{FF2B5EF4-FFF2-40B4-BE49-F238E27FC236}">
                <a16:creationId xmlns:a16="http://schemas.microsoft.com/office/drawing/2014/main" id="{7A2CE885-91AB-475D-937A-12B9D463D401}"/>
              </a:ext>
            </a:extLst>
          </p:cNvPr>
          <p:cNvSpPr>
            <a:spLocks noGrp="1"/>
          </p:cNvSpPr>
          <p:nvPr>
            <p:ph type="ftr" sz="quarter" idx="11"/>
          </p:nvPr>
        </p:nvSpPr>
        <p:spPr>
          <a:xfrm>
            <a:off x="5424487" y="6350000"/>
            <a:ext cx="2286000" cy="365125"/>
          </a:xfrm>
        </p:spPr>
        <p:txBody>
          <a:bodyPr/>
          <a:lstStyle>
            <a:lvl1pPr>
              <a:defRPr>
                <a:solidFill>
                  <a:schemeClr val="tx2"/>
                </a:solidFill>
              </a:defRPr>
            </a:lvl1pPr>
          </a:lstStyle>
          <a:p>
            <a:r>
              <a:rPr lang="en-US" dirty="0"/>
              <a:t>Pitch deck title</a:t>
            </a:r>
          </a:p>
        </p:txBody>
      </p:sp>
      <p:sp>
        <p:nvSpPr>
          <p:cNvPr id="42" name="Slide Number Placeholder 5">
            <a:extLst>
              <a:ext uri="{FF2B5EF4-FFF2-40B4-BE49-F238E27FC236}">
                <a16:creationId xmlns:a16="http://schemas.microsoft.com/office/drawing/2014/main" id="{AF0A068C-26D9-4FC8-AD91-8B62AA304C4A}"/>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5061128"/>
      </p:ext>
    </p:extLst>
  </p:cSld>
  <p:clrMapOvr>
    <a:masterClrMapping/>
  </p:clrMapOvr>
  <p:extLst>
    <p:ext uri="{DCECCB84-F9BA-43D5-87BE-67443E8EF086}">
      <p15:sldGuideLst xmlns:p15="http://schemas.microsoft.com/office/powerpoint/2012/main">
        <p15:guide id="1" orient="horz" pos="230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021080" y="1825625"/>
            <a:ext cx="10515600" cy="4351338"/>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3">
            <a:extLst>
              <a:ext uri="{FF2B5EF4-FFF2-40B4-BE49-F238E27FC236}">
                <a16:creationId xmlns:a16="http://schemas.microsoft.com/office/drawing/2014/main" id="{AB92D86A-5036-415A-B056-A55CB2E0C2C9}"/>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ate Placeholder 3">
            <a:extLst>
              <a:ext uri="{FF2B5EF4-FFF2-40B4-BE49-F238E27FC236}">
                <a16:creationId xmlns:a16="http://schemas.microsoft.com/office/drawing/2014/main" id="{0C761AA1-7048-41AE-AA8B-1FD077C849B2}"/>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2" name="Footer Placeholder 4">
            <a:extLst>
              <a:ext uri="{FF2B5EF4-FFF2-40B4-BE49-F238E27FC236}">
                <a16:creationId xmlns:a16="http://schemas.microsoft.com/office/drawing/2014/main" id="{36439D65-6A92-4B4C-8307-6CB811F976A3}"/>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3" name="Slide Number Placeholder 5">
            <a:extLst>
              <a:ext uri="{FF2B5EF4-FFF2-40B4-BE49-F238E27FC236}">
                <a16:creationId xmlns:a16="http://schemas.microsoft.com/office/drawing/2014/main" id="{2AB85375-9E39-4BEF-908C-531D02526826}"/>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914400" y="896112"/>
            <a:ext cx="103632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914400" y="1993392"/>
            <a:ext cx="2286000" cy="2286000"/>
          </a:xfrm>
          <a:solidFill>
            <a:schemeClr val="tx2">
              <a:lumMod val="90000"/>
            </a:schemeClr>
          </a:solidFill>
        </p:spPr>
        <p:txBody>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838200"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838200"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3610808" y="1993392"/>
            <a:ext cx="2286000" cy="2286000"/>
          </a:xfrm>
          <a:solidFill>
            <a:schemeClr val="tx2">
              <a:lumMod val="90000"/>
            </a:schemeClr>
          </a:solidFill>
        </p:spPr>
        <p:txBody>
          <a:bodyPr/>
          <a:lstStyle/>
          <a:p>
            <a:r>
              <a:rPr lang="en-US"/>
              <a:t>Click icon to add picture</a:t>
            </a:r>
            <a:endParaRPr lang="en-US" dirty="0"/>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353568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353568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6307216" y="1993392"/>
            <a:ext cx="2286000" cy="2286000"/>
          </a:xfrm>
          <a:solidFill>
            <a:schemeClr val="tx2">
              <a:lumMod val="90000"/>
            </a:schemeClr>
          </a:solidFill>
        </p:spPr>
        <p:txBody>
          <a:bodyPr/>
          <a:lstStyle/>
          <a:p>
            <a:r>
              <a:rPr lang="en-US"/>
              <a:t>Click icon to add picture</a:t>
            </a:r>
            <a:endParaRPr lang="en-US" dirty="0"/>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623316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623316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9003624" y="1993392"/>
            <a:ext cx="2286000" cy="2286000"/>
          </a:xfrm>
          <a:solidFill>
            <a:schemeClr val="tx2">
              <a:lumMod val="90000"/>
            </a:schemeClr>
          </a:solidFill>
        </p:spPr>
        <p:txBody>
          <a:bodyPr/>
          <a:lstStyle/>
          <a:p>
            <a:r>
              <a:rPr lang="en-US"/>
              <a:t>Click icon to add picture</a:t>
            </a:r>
            <a:endParaRPr lang="en-US" dirty="0"/>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8927973"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8927973"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6" name="Graphic 5">
            <a:extLst>
              <a:ext uri="{FF2B5EF4-FFF2-40B4-BE49-F238E27FC236}">
                <a16:creationId xmlns:a16="http://schemas.microsoft.com/office/drawing/2014/main" id="{B2402DAC-DB2C-47BE-AE78-07846291BB8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sp>
        <p:nvSpPr>
          <p:cNvPr id="32" name="Date Placeholder 3">
            <a:extLst>
              <a:ext uri="{FF2B5EF4-FFF2-40B4-BE49-F238E27FC236}">
                <a16:creationId xmlns:a16="http://schemas.microsoft.com/office/drawing/2014/main" id="{B459F3AA-94CC-42D0-8666-6ACC47E3DE37}"/>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33" name="Footer Placeholder 4">
            <a:extLst>
              <a:ext uri="{FF2B5EF4-FFF2-40B4-BE49-F238E27FC236}">
                <a16:creationId xmlns:a16="http://schemas.microsoft.com/office/drawing/2014/main" id="{FD28A03E-E672-4334-B8F0-0D349796763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46" name="Slide Number Placeholder 5">
            <a:extLst>
              <a:ext uri="{FF2B5EF4-FFF2-40B4-BE49-F238E27FC236}">
                <a16:creationId xmlns:a16="http://schemas.microsoft.com/office/drawing/2014/main" id="{985153C5-B300-4F05-832B-67E58EF5A308}"/>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0711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914400" y="896112"/>
            <a:ext cx="105156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914400" y="1975104"/>
            <a:ext cx="2057400" cy="1371600"/>
          </a:xfrm>
          <a:solidFill>
            <a:schemeClr val="tx2">
              <a:lumMod val="90000"/>
            </a:schemeClr>
          </a:solidFill>
        </p:spPr>
        <p:txBody>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838200"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838200"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3682999" y="1975104"/>
            <a:ext cx="2057400" cy="1371600"/>
          </a:xfrm>
          <a:solidFill>
            <a:schemeClr val="tx2">
              <a:lumMod val="90000"/>
            </a:schemeClr>
          </a:solidFill>
        </p:spPr>
        <p:txBody>
          <a:bodyPr/>
          <a:lstStyle/>
          <a:p>
            <a:r>
              <a:rPr lang="en-US"/>
              <a:t>Click icon to add picture</a:t>
            </a:r>
            <a:endParaRPr lang="en-US" dirty="0"/>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360883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360883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6451598" y="1975104"/>
            <a:ext cx="2057400" cy="1371600"/>
          </a:xfrm>
          <a:solidFill>
            <a:schemeClr val="tx2">
              <a:lumMod val="90000"/>
            </a:schemeClr>
          </a:solidFill>
        </p:spPr>
        <p:txBody>
          <a:bodyPr/>
          <a:lstStyle/>
          <a:p>
            <a:r>
              <a:rPr lang="en-US"/>
              <a:t>Click icon to add picture</a:t>
            </a:r>
            <a:endParaRPr lang="en-US" dirty="0"/>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6379464"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6379464"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9220198" y="1975104"/>
            <a:ext cx="2057400" cy="1371600"/>
          </a:xfrm>
          <a:solidFill>
            <a:schemeClr val="tx2">
              <a:lumMod val="90000"/>
            </a:schemeClr>
          </a:solidFill>
        </p:spPr>
        <p:txBody>
          <a:bodyPr/>
          <a:lstStyle/>
          <a:p>
            <a:r>
              <a:rPr lang="en-US"/>
              <a:t>Click icon to add picture</a:t>
            </a:r>
            <a:endParaRPr lang="en-US" dirty="0"/>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914095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914095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4" name="Picture Placeholder 8">
            <a:extLst>
              <a:ext uri="{FF2B5EF4-FFF2-40B4-BE49-F238E27FC236}">
                <a16:creationId xmlns:a16="http://schemas.microsoft.com/office/drawing/2014/main" id="{7B2E434D-5BFF-4F4E-89CC-2A0B72618AF8}"/>
              </a:ext>
            </a:extLst>
          </p:cNvPr>
          <p:cNvSpPr>
            <a:spLocks noGrp="1"/>
          </p:cNvSpPr>
          <p:nvPr>
            <p:ph type="pic" sz="quarter" idx="25"/>
          </p:nvPr>
        </p:nvSpPr>
        <p:spPr>
          <a:xfrm>
            <a:off x="914400" y="4160520"/>
            <a:ext cx="2057400" cy="1371600"/>
          </a:xfrm>
          <a:solidFill>
            <a:schemeClr val="tx2">
              <a:lumMod val="90000"/>
            </a:schemeClr>
          </a:solidFill>
        </p:spPr>
        <p:txBody>
          <a:bodyPr/>
          <a:lstStyle/>
          <a:p>
            <a:r>
              <a:rPr lang="en-US"/>
              <a:t>Click icon to add picture</a:t>
            </a:r>
            <a:endParaRPr lang="en-US" dirty="0"/>
          </a:p>
        </p:txBody>
      </p:sp>
      <p:sp>
        <p:nvSpPr>
          <p:cNvPr id="35" name="Text Placeholder 10">
            <a:extLst>
              <a:ext uri="{FF2B5EF4-FFF2-40B4-BE49-F238E27FC236}">
                <a16:creationId xmlns:a16="http://schemas.microsoft.com/office/drawing/2014/main" id="{54BF5D0F-83F6-4B5E-82FB-FB9D4A47682D}"/>
              </a:ext>
            </a:extLst>
          </p:cNvPr>
          <p:cNvSpPr>
            <a:spLocks noGrp="1"/>
          </p:cNvSpPr>
          <p:nvPr>
            <p:ph type="body" sz="quarter" idx="26" hasCustomPrompt="1"/>
          </p:nvPr>
        </p:nvSpPr>
        <p:spPr>
          <a:xfrm>
            <a:off x="838200"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6" name="Text Placeholder 10">
            <a:extLst>
              <a:ext uri="{FF2B5EF4-FFF2-40B4-BE49-F238E27FC236}">
                <a16:creationId xmlns:a16="http://schemas.microsoft.com/office/drawing/2014/main" id="{2989D348-84C3-4684-A67D-DBE303776B2B}"/>
              </a:ext>
            </a:extLst>
          </p:cNvPr>
          <p:cNvSpPr>
            <a:spLocks noGrp="1"/>
          </p:cNvSpPr>
          <p:nvPr>
            <p:ph type="body" sz="quarter" idx="27" hasCustomPrompt="1"/>
          </p:nvPr>
        </p:nvSpPr>
        <p:spPr>
          <a:xfrm>
            <a:off x="838200"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7" name="Picture Placeholder 8">
            <a:extLst>
              <a:ext uri="{FF2B5EF4-FFF2-40B4-BE49-F238E27FC236}">
                <a16:creationId xmlns:a16="http://schemas.microsoft.com/office/drawing/2014/main" id="{68CB93A9-E63E-4946-8E32-FF80E0995A40}"/>
              </a:ext>
            </a:extLst>
          </p:cNvPr>
          <p:cNvSpPr>
            <a:spLocks noGrp="1"/>
          </p:cNvSpPr>
          <p:nvPr>
            <p:ph type="pic" sz="quarter" idx="28"/>
          </p:nvPr>
        </p:nvSpPr>
        <p:spPr>
          <a:xfrm>
            <a:off x="3685032" y="4160520"/>
            <a:ext cx="2057400" cy="1371600"/>
          </a:xfrm>
          <a:solidFill>
            <a:schemeClr val="tx2">
              <a:lumMod val="90000"/>
            </a:schemeClr>
          </a:solidFill>
        </p:spPr>
        <p:txBody>
          <a:bodyPr/>
          <a:lstStyle/>
          <a:p>
            <a:r>
              <a:rPr lang="en-US"/>
              <a:t>Click icon to add picture</a:t>
            </a:r>
            <a:endParaRPr lang="en-US" dirty="0"/>
          </a:p>
        </p:txBody>
      </p:sp>
      <p:sp>
        <p:nvSpPr>
          <p:cNvPr id="38" name="Text Placeholder 10">
            <a:extLst>
              <a:ext uri="{FF2B5EF4-FFF2-40B4-BE49-F238E27FC236}">
                <a16:creationId xmlns:a16="http://schemas.microsoft.com/office/drawing/2014/main" id="{DF7A9899-0EF5-4E5E-B7B1-37D8FFD99BD1}"/>
              </a:ext>
            </a:extLst>
          </p:cNvPr>
          <p:cNvSpPr>
            <a:spLocks noGrp="1"/>
          </p:cNvSpPr>
          <p:nvPr>
            <p:ph type="body" sz="quarter" idx="29" hasCustomPrompt="1"/>
          </p:nvPr>
        </p:nvSpPr>
        <p:spPr>
          <a:xfrm>
            <a:off x="360883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9" name="Text Placeholder 10">
            <a:extLst>
              <a:ext uri="{FF2B5EF4-FFF2-40B4-BE49-F238E27FC236}">
                <a16:creationId xmlns:a16="http://schemas.microsoft.com/office/drawing/2014/main" id="{B11F2CCF-80D1-467A-86AC-3F5D8DD5E862}"/>
              </a:ext>
            </a:extLst>
          </p:cNvPr>
          <p:cNvSpPr>
            <a:spLocks noGrp="1"/>
          </p:cNvSpPr>
          <p:nvPr>
            <p:ph type="body" sz="quarter" idx="30" hasCustomPrompt="1"/>
          </p:nvPr>
        </p:nvSpPr>
        <p:spPr>
          <a:xfrm>
            <a:off x="360883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3" name="Picture Placeholder 8">
            <a:extLst>
              <a:ext uri="{FF2B5EF4-FFF2-40B4-BE49-F238E27FC236}">
                <a16:creationId xmlns:a16="http://schemas.microsoft.com/office/drawing/2014/main" id="{8F17B7F6-C6DF-45C7-BDE5-81003F62B356}"/>
              </a:ext>
            </a:extLst>
          </p:cNvPr>
          <p:cNvSpPr>
            <a:spLocks noGrp="1"/>
          </p:cNvSpPr>
          <p:nvPr>
            <p:ph type="pic" sz="quarter" idx="34"/>
          </p:nvPr>
        </p:nvSpPr>
        <p:spPr>
          <a:xfrm>
            <a:off x="6455664" y="4160520"/>
            <a:ext cx="2057400" cy="1371600"/>
          </a:xfrm>
          <a:solidFill>
            <a:schemeClr val="tx2">
              <a:lumMod val="90000"/>
            </a:schemeClr>
          </a:solidFill>
        </p:spPr>
        <p:txBody>
          <a:bodyPr/>
          <a:lstStyle/>
          <a:p>
            <a:r>
              <a:rPr lang="en-US"/>
              <a:t>Click icon to add picture</a:t>
            </a:r>
            <a:endParaRPr lang="en-US" dirty="0"/>
          </a:p>
        </p:txBody>
      </p:sp>
      <p:sp>
        <p:nvSpPr>
          <p:cNvPr id="44" name="Text Placeholder 10">
            <a:extLst>
              <a:ext uri="{FF2B5EF4-FFF2-40B4-BE49-F238E27FC236}">
                <a16:creationId xmlns:a16="http://schemas.microsoft.com/office/drawing/2014/main" id="{00DDE45F-F583-4DF4-9452-E816A0914097}"/>
              </a:ext>
            </a:extLst>
          </p:cNvPr>
          <p:cNvSpPr>
            <a:spLocks noGrp="1"/>
          </p:cNvSpPr>
          <p:nvPr>
            <p:ph type="body" sz="quarter" idx="35" hasCustomPrompt="1"/>
          </p:nvPr>
        </p:nvSpPr>
        <p:spPr>
          <a:xfrm>
            <a:off x="6379464"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5" name="Text Placeholder 10">
            <a:extLst>
              <a:ext uri="{FF2B5EF4-FFF2-40B4-BE49-F238E27FC236}">
                <a16:creationId xmlns:a16="http://schemas.microsoft.com/office/drawing/2014/main" id="{6780E523-546C-4CCA-A992-E1551F2878E2}"/>
              </a:ext>
            </a:extLst>
          </p:cNvPr>
          <p:cNvSpPr>
            <a:spLocks noGrp="1"/>
          </p:cNvSpPr>
          <p:nvPr>
            <p:ph type="body" sz="quarter" idx="36" hasCustomPrompt="1"/>
          </p:nvPr>
        </p:nvSpPr>
        <p:spPr>
          <a:xfrm>
            <a:off x="6379464"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0" name="Picture Placeholder 8">
            <a:extLst>
              <a:ext uri="{FF2B5EF4-FFF2-40B4-BE49-F238E27FC236}">
                <a16:creationId xmlns:a16="http://schemas.microsoft.com/office/drawing/2014/main" id="{2C506CA8-234D-479D-BB85-9F0FD9EDA6E6}"/>
              </a:ext>
            </a:extLst>
          </p:cNvPr>
          <p:cNvSpPr>
            <a:spLocks noGrp="1"/>
          </p:cNvSpPr>
          <p:nvPr>
            <p:ph type="pic" sz="quarter" idx="31"/>
          </p:nvPr>
        </p:nvSpPr>
        <p:spPr>
          <a:xfrm>
            <a:off x="9217152" y="4160520"/>
            <a:ext cx="2057400" cy="1371600"/>
          </a:xfrm>
          <a:solidFill>
            <a:schemeClr val="tx2">
              <a:lumMod val="90000"/>
            </a:schemeClr>
          </a:solidFill>
        </p:spPr>
        <p:txBody>
          <a:bodyPr/>
          <a:lstStyle/>
          <a:p>
            <a:r>
              <a:rPr lang="en-US"/>
              <a:t>Click icon to add picture</a:t>
            </a:r>
            <a:endParaRPr lang="en-US" dirty="0"/>
          </a:p>
        </p:txBody>
      </p:sp>
      <p:sp>
        <p:nvSpPr>
          <p:cNvPr id="41" name="Text Placeholder 10">
            <a:extLst>
              <a:ext uri="{FF2B5EF4-FFF2-40B4-BE49-F238E27FC236}">
                <a16:creationId xmlns:a16="http://schemas.microsoft.com/office/drawing/2014/main" id="{55F6DA8A-3D9F-41E6-8A23-7DD2FB5AB6AA}"/>
              </a:ext>
            </a:extLst>
          </p:cNvPr>
          <p:cNvSpPr>
            <a:spLocks noGrp="1"/>
          </p:cNvSpPr>
          <p:nvPr>
            <p:ph type="body" sz="quarter" idx="32" hasCustomPrompt="1"/>
          </p:nvPr>
        </p:nvSpPr>
        <p:spPr>
          <a:xfrm>
            <a:off x="914095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2" name="Text Placeholder 10">
            <a:extLst>
              <a:ext uri="{FF2B5EF4-FFF2-40B4-BE49-F238E27FC236}">
                <a16:creationId xmlns:a16="http://schemas.microsoft.com/office/drawing/2014/main" id="{CF522D8A-203A-454E-80C2-641E38298F4E}"/>
              </a:ext>
            </a:extLst>
          </p:cNvPr>
          <p:cNvSpPr>
            <a:spLocks noGrp="1"/>
          </p:cNvSpPr>
          <p:nvPr>
            <p:ph type="body" sz="quarter" idx="33" hasCustomPrompt="1"/>
          </p:nvPr>
        </p:nvSpPr>
        <p:spPr>
          <a:xfrm>
            <a:off x="914095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49" name="Graphic 48">
            <a:extLst>
              <a:ext uri="{FF2B5EF4-FFF2-40B4-BE49-F238E27FC236}">
                <a16:creationId xmlns:a16="http://schemas.microsoft.com/office/drawing/2014/main" id="{56630BF6-F55A-46EA-AB98-D26668FA2C0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sp>
        <p:nvSpPr>
          <p:cNvPr id="50" name="Date Placeholder 3">
            <a:extLst>
              <a:ext uri="{FF2B5EF4-FFF2-40B4-BE49-F238E27FC236}">
                <a16:creationId xmlns:a16="http://schemas.microsoft.com/office/drawing/2014/main" id="{4E530EA6-2F2B-481A-AA24-DCD67A71F184}"/>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51" name="Footer Placeholder 4">
            <a:extLst>
              <a:ext uri="{FF2B5EF4-FFF2-40B4-BE49-F238E27FC236}">
                <a16:creationId xmlns:a16="http://schemas.microsoft.com/office/drawing/2014/main" id="{54A9E911-EA72-48DC-8A5D-F25D6E0BB2D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52" name="Slide Number Placeholder 5">
            <a:extLst>
              <a:ext uri="{FF2B5EF4-FFF2-40B4-BE49-F238E27FC236}">
                <a16:creationId xmlns:a16="http://schemas.microsoft.com/office/drawing/2014/main" id="{108A73E5-84FC-4283-9424-C4615384868D}"/>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68931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10058400" cy="694171"/>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A46611B7-8FF7-4773-9FAF-EF9DE18D43A7}"/>
              </a:ext>
              <a:ext uri="{C183D7F6-B498-43B3-948B-1728B52AA6E4}">
                <adec:decorative xmlns:adec="http://schemas.microsoft.com/office/drawing/2017/decorative" val="1"/>
              </a:ext>
            </a:extLst>
          </p:cNvPr>
          <p:cNvGrpSpPr/>
          <p:nvPr userDrawn="1"/>
        </p:nvGrpSpPr>
        <p:grpSpPr>
          <a:xfrm>
            <a:off x="11173968" y="0"/>
            <a:ext cx="1018032" cy="6862761"/>
            <a:chOff x="11173968" y="0"/>
            <a:chExt cx="1018032" cy="6862761"/>
          </a:xfrm>
        </p:grpSpPr>
        <p:sp>
          <p:nvSpPr>
            <p:cNvPr id="8" name="Rectangle 7">
              <a:extLst>
                <a:ext uri="{FF2B5EF4-FFF2-40B4-BE49-F238E27FC236}">
                  <a16:creationId xmlns:a16="http://schemas.microsoft.com/office/drawing/2014/main" id="{72204226-A8C8-4414-BE3B-0CD0D8F67ABE}"/>
                </a:ext>
              </a:extLst>
            </p:cNvPr>
            <p:cNvSpPr/>
            <p:nvPr userDrawn="1"/>
          </p:nvSpPr>
          <p:spPr>
            <a:xfrm>
              <a:off x="11177016" y="4858514"/>
              <a:ext cx="1014984" cy="200424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CAC0494-1460-484E-B1EC-8A8EEFF0AD5E}"/>
                </a:ext>
              </a:extLst>
            </p:cNvPr>
            <p:cNvSpPr/>
            <p:nvPr userDrawn="1"/>
          </p:nvSpPr>
          <p:spPr>
            <a:xfrm>
              <a:off x="11177016" y="2838061"/>
              <a:ext cx="1014984"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053D751-9B56-4385-B029-D756EFA914F4}"/>
                </a:ext>
              </a:extLst>
            </p:cNvPr>
            <p:cNvSpPr/>
            <p:nvPr userDrawn="1"/>
          </p:nvSpPr>
          <p:spPr>
            <a:xfrm>
              <a:off x="11177016" y="0"/>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black and white striped pattern&#10;&#10;Description automatically generated with low confidence">
              <a:extLst>
                <a:ext uri="{FF2B5EF4-FFF2-40B4-BE49-F238E27FC236}">
                  <a16:creationId xmlns:a16="http://schemas.microsoft.com/office/drawing/2014/main" id="{AA00FC23-2ED3-484B-8A89-83CB1E35C3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18200" y="557719"/>
              <a:ext cx="1828800" cy="905164"/>
            </a:xfrm>
            <a:prstGeom prst="rect">
              <a:avLst/>
            </a:prstGeom>
          </p:spPr>
        </p:pic>
        <p:sp>
          <p:nvSpPr>
            <p:cNvPr id="18" name="Rectangle 17">
              <a:extLst>
                <a:ext uri="{FF2B5EF4-FFF2-40B4-BE49-F238E27FC236}">
                  <a16:creationId xmlns:a16="http://schemas.microsoft.com/office/drawing/2014/main" id="{25393BEB-828B-4E48-B695-AAA33AA7CB85}"/>
                </a:ext>
              </a:extLst>
            </p:cNvPr>
            <p:cNvSpPr/>
            <p:nvPr userDrawn="1"/>
          </p:nvSpPr>
          <p:spPr>
            <a:xfrm>
              <a:off x="11177016" y="2026941"/>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B2C7CEDC-3E16-44A0-8999-B09857049C09}"/>
                </a:ext>
              </a:extLst>
            </p:cNvPr>
            <p:cNvSpPr/>
            <p:nvPr userDrawn="1"/>
          </p:nvSpPr>
          <p:spPr>
            <a:xfrm rot="10800000">
              <a:off x="11277600" y="2954014"/>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2" name="Graphic 21">
              <a:extLst>
                <a:ext uri="{FF2B5EF4-FFF2-40B4-BE49-F238E27FC236}">
                  <a16:creationId xmlns:a16="http://schemas.microsoft.com/office/drawing/2014/main" id="{40029F77-2501-4EBF-A232-5031A447FD8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0716768" y="5418805"/>
              <a:ext cx="1828800" cy="914400"/>
            </a:xfrm>
            <a:prstGeom prst="rect">
              <a:avLst/>
            </a:prstGeom>
          </p:spPr>
        </p:pic>
      </p:grpSp>
      <p:sp>
        <p:nvSpPr>
          <p:cNvPr id="7" name="Text Placeholder 6">
            <a:extLst>
              <a:ext uri="{FF2B5EF4-FFF2-40B4-BE49-F238E27FC236}">
                <a16:creationId xmlns:a16="http://schemas.microsoft.com/office/drawing/2014/main" id="{12558E2F-7ED7-452C-BF34-1D9CEE3DA176}"/>
              </a:ext>
            </a:extLst>
          </p:cNvPr>
          <p:cNvSpPr>
            <a:spLocks noGrp="1"/>
          </p:cNvSpPr>
          <p:nvPr userDrawn="1">
            <p:ph type="body" sz="quarter" idx="14" hasCustomPrompt="1"/>
          </p:nvPr>
        </p:nvSpPr>
        <p:spPr>
          <a:xfrm>
            <a:off x="2678424" y="2107851"/>
            <a:ext cx="1530196" cy="394033"/>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1" name="Text Placeholder 6">
            <a:extLst>
              <a:ext uri="{FF2B5EF4-FFF2-40B4-BE49-F238E27FC236}">
                <a16:creationId xmlns:a16="http://schemas.microsoft.com/office/drawing/2014/main" id="{36EF96CC-8462-492B-A583-23CA7F69D645}"/>
              </a:ext>
            </a:extLst>
          </p:cNvPr>
          <p:cNvSpPr>
            <a:spLocks noGrp="1"/>
          </p:cNvSpPr>
          <p:nvPr userDrawn="1">
            <p:ph type="body" sz="quarter" idx="18" hasCustomPrompt="1"/>
          </p:nvPr>
        </p:nvSpPr>
        <p:spPr>
          <a:xfrm>
            <a:off x="2052902" y="2559632"/>
            <a:ext cx="2070325" cy="380859"/>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5" name="Text Placeholder 6">
            <a:extLst>
              <a:ext uri="{FF2B5EF4-FFF2-40B4-BE49-F238E27FC236}">
                <a16:creationId xmlns:a16="http://schemas.microsoft.com/office/drawing/2014/main" id="{9181B54C-566B-4B18-924F-0B0ABFA177BE}"/>
              </a:ext>
            </a:extLst>
          </p:cNvPr>
          <p:cNvSpPr>
            <a:spLocks noGrp="1"/>
          </p:cNvSpPr>
          <p:nvPr userDrawn="1">
            <p:ph type="body" sz="quarter" idx="22" hasCustomPrompt="1"/>
          </p:nvPr>
        </p:nvSpPr>
        <p:spPr>
          <a:xfrm>
            <a:off x="1878637" y="2848394"/>
            <a:ext cx="2074739" cy="509921"/>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8" name="Text Placeholder 6">
            <a:extLst>
              <a:ext uri="{FF2B5EF4-FFF2-40B4-BE49-F238E27FC236}">
                <a16:creationId xmlns:a16="http://schemas.microsoft.com/office/drawing/2014/main" id="{840BBF63-9D11-498F-81A3-8650AC60CCE4}"/>
              </a:ext>
            </a:extLst>
          </p:cNvPr>
          <p:cNvSpPr>
            <a:spLocks noGrp="1"/>
          </p:cNvSpPr>
          <p:nvPr userDrawn="1">
            <p:ph type="body" sz="quarter" idx="15" hasCustomPrompt="1"/>
          </p:nvPr>
        </p:nvSpPr>
        <p:spPr>
          <a:xfrm>
            <a:off x="7060242" y="1685195"/>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2" name="Text Placeholder 6">
            <a:extLst>
              <a:ext uri="{FF2B5EF4-FFF2-40B4-BE49-F238E27FC236}">
                <a16:creationId xmlns:a16="http://schemas.microsoft.com/office/drawing/2014/main" id="{B703A9B9-CCD2-442E-AB03-2C9C2EC835DD}"/>
              </a:ext>
            </a:extLst>
          </p:cNvPr>
          <p:cNvSpPr>
            <a:spLocks noGrp="1"/>
          </p:cNvSpPr>
          <p:nvPr userDrawn="1">
            <p:ph type="body" sz="quarter" idx="19" hasCustomPrompt="1"/>
          </p:nvPr>
        </p:nvSpPr>
        <p:spPr>
          <a:xfrm>
            <a:off x="7667063" y="2203470"/>
            <a:ext cx="1680922"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6" name="Text Placeholder 6">
            <a:extLst>
              <a:ext uri="{FF2B5EF4-FFF2-40B4-BE49-F238E27FC236}">
                <a16:creationId xmlns:a16="http://schemas.microsoft.com/office/drawing/2014/main" id="{5C74E55E-E6AF-40E6-8BA7-BE2A9DC39698}"/>
              </a:ext>
            </a:extLst>
          </p:cNvPr>
          <p:cNvSpPr>
            <a:spLocks noGrp="1"/>
          </p:cNvSpPr>
          <p:nvPr userDrawn="1">
            <p:ph type="body" sz="quarter" idx="23" hasCustomPrompt="1"/>
          </p:nvPr>
        </p:nvSpPr>
        <p:spPr>
          <a:xfrm>
            <a:off x="7662713" y="2512081"/>
            <a:ext cx="1957767" cy="569574"/>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9" name="Text Placeholder 6">
            <a:extLst>
              <a:ext uri="{FF2B5EF4-FFF2-40B4-BE49-F238E27FC236}">
                <a16:creationId xmlns:a16="http://schemas.microsoft.com/office/drawing/2014/main" id="{2F6D970C-C43E-4D7F-83C7-650BDF1E9FB2}"/>
              </a:ext>
            </a:extLst>
          </p:cNvPr>
          <p:cNvSpPr>
            <a:spLocks noGrp="1"/>
          </p:cNvSpPr>
          <p:nvPr userDrawn="1">
            <p:ph type="body" sz="quarter" idx="16" hasCustomPrompt="1"/>
          </p:nvPr>
        </p:nvSpPr>
        <p:spPr>
          <a:xfrm>
            <a:off x="1996818" y="4181199"/>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3" name="Text Placeholder 6">
            <a:extLst>
              <a:ext uri="{FF2B5EF4-FFF2-40B4-BE49-F238E27FC236}">
                <a16:creationId xmlns:a16="http://schemas.microsoft.com/office/drawing/2014/main" id="{1DA14AF6-5923-4726-93E3-C4DC3606842F}"/>
              </a:ext>
            </a:extLst>
          </p:cNvPr>
          <p:cNvSpPr>
            <a:spLocks noGrp="1"/>
          </p:cNvSpPr>
          <p:nvPr userDrawn="1">
            <p:ph type="body" sz="quarter" idx="20" hasCustomPrompt="1"/>
          </p:nvPr>
        </p:nvSpPr>
        <p:spPr>
          <a:xfrm>
            <a:off x="1810730" y="4727342"/>
            <a:ext cx="1857095" cy="377825"/>
          </a:xfrm>
        </p:spPr>
        <p:txBody>
          <a:bodyPr>
            <a:noAutofit/>
          </a:bodyPr>
          <a:lstStyle>
            <a:lvl1pPr marL="0" indent="0" algn="r">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7" name="Text Placeholder 6">
            <a:extLst>
              <a:ext uri="{FF2B5EF4-FFF2-40B4-BE49-F238E27FC236}">
                <a16:creationId xmlns:a16="http://schemas.microsoft.com/office/drawing/2014/main" id="{D194A6FC-68EF-46C5-8EB6-32C814C1D298}"/>
              </a:ext>
            </a:extLst>
          </p:cNvPr>
          <p:cNvSpPr>
            <a:spLocks noGrp="1"/>
          </p:cNvSpPr>
          <p:nvPr userDrawn="1">
            <p:ph type="body" sz="quarter" idx="24" hasCustomPrompt="1"/>
          </p:nvPr>
        </p:nvSpPr>
        <p:spPr>
          <a:xfrm>
            <a:off x="1308100" y="5052157"/>
            <a:ext cx="2350537" cy="875894"/>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 name="Content Placeholder 4">
            <a:extLst>
              <a:ext uri="{FF2B5EF4-FFF2-40B4-BE49-F238E27FC236}">
                <a16:creationId xmlns:a16="http://schemas.microsoft.com/office/drawing/2014/main" id="{D31546F0-9E2B-4020-9199-B800E39E3335}"/>
              </a:ext>
              <a:ext uri="{C183D7F6-B498-43B3-948B-1728B52AA6E4}">
                <adec:decorative xmlns:adec="http://schemas.microsoft.com/office/drawing/2017/decorative" val="0"/>
              </a:ext>
            </a:extLst>
          </p:cNvPr>
          <p:cNvSpPr>
            <a:spLocks noGrp="1"/>
          </p:cNvSpPr>
          <p:nvPr>
            <p:ph sz="quarter" idx="13"/>
          </p:nvPr>
        </p:nvSpPr>
        <p:spPr>
          <a:xfrm>
            <a:off x="3883025" y="2093472"/>
            <a:ext cx="3908425" cy="388822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0" name="Text Placeholder 6">
            <a:extLst>
              <a:ext uri="{FF2B5EF4-FFF2-40B4-BE49-F238E27FC236}">
                <a16:creationId xmlns:a16="http://schemas.microsoft.com/office/drawing/2014/main" id="{2CC7AB2F-529F-426C-8BD7-C55E70689042}"/>
              </a:ext>
            </a:extLst>
          </p:cNvPr>
          <p:cNvSpPr>
            <a:spLocks noGrp="1"/>
          </p:cNvSpPr>
          <p:nvPr userDrawn="1">
            <p:ph type="body" sz="quarter" idx="17" hasCustomPrompt="1"/>
          </p:nvPr>
        </p:nvSpPr>
        <p:spPr>
          <a:xfrm>
            <a:off x="8493650" y="5089231"/>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4" name="Text Placeholder 6">
            <a:extLst>
              <a:ext uri="{FF2B5EF4-FFF2-40B4-BE49-F238E27FC236}">
                <a16:creationId xmlns:a16="http://schemas.microsoft.com/office/drawing/2014/main" id="{71B7B5C4-9DE3-46CC-8D42-B3C05CF4BC84}"/>
              </a:ext>
            </a:extLst>
          </p:cNvPr>
          <p:cNvSpPr>
            <a:spLocks noGrp="1"/>
          </p:cNvSpPr>
          <p:nvPr userDrawn="1">
            <p:ph type="body" sz="quarter" idx="21" hasCustomPrompt="1"/>
          </p:nvPr>
        </p:nvSpPr>
        <p:spPr>
          <a:xfrm>
            <a:off x="8544683" y="5490771"/>
            <a:ext cx="1513717"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8" name="Text Placeholder 6">
            <a:extLst>
              <a:ext uri="{FF2B5EF4-FFF2-40B4-BE49-F238E27FC236}">
                <a16:creationId xmlns:a16="http://schemas.microsoft.com/office/drawing/2014/main" id="{51C7E93C-9056-489A-A267-8125BA91C432}"/>
              </a:ext>
            </a:extLst>
          </p:cNvPr>
          <p:cNvSpPr>
            <a:spLocks noGrp="1"/>
          </p:cNvSpPr>
          <p:nvPr userDrawn="1">
            <p:ph type="body" sz="quarter" idx="25" hasCustomPrompt="1"/>
          </p:nvPr>
        </p:nvSpPr>
        <p:spPr>
          <a:xfrm>
            <a:off x="8541799" y="5792787"/>
            <a:ext cx="1783301" cy="447757"/>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15" name="Date Placeholder 3">
            <a:extLst>
              <a:ext uri="{FF2B5EF4-FFF2-40B4-BE49-F238E27FC236}">
                <a16:creationId xmlns:a16="http://schemas.microsoft.com/office/drawing/2014/main" id="{46291370-C9EE-4280-B18D-332658DF09FB}"/>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16" name="Footer Placeholder 4">
            <a:extLst>
              <a:ext uri="{FF2B5EF4-FFF2-40B4-BE49-F238E27FC236}">
                <a16:creationId xmlns:a16="http://schemas.microsoft.com/office/drawing/2014/main" id="{910B7E39-771C-4552-A50D-711B48AD64B0}"/>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17" name="Slide Number Placeholder 5">
            <a:extLst>
              <a:ext uri="{FF2B5EF4-FFF2-40B4-BE49-F238E27FC236}">
                <a16:creationId xmlns:a16="http://schemas.microsoft.com/office/drawing/2014/main" id="{61BBC48B-0E27-4D81-B081-4BF3F41DC0CF}"/>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02027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5"/>
            <a:ext cx="640080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4937760" y="2254670"/>
            <a:ext cx="6400800" cy="4114800"/>
          </a:xfrm>
        </p:spPr>
        <p:txBody>
          <a:bodyPr>
            <a:normAutofit/>
          </a:bodyPr>
          <a:lstStyle>
            <a:lvl1pPr marL="0" indent="0">
              <a:lnSpc>
                <a:spcPts val="2800"/>
              </a:lnSpc>
              <a:spcBef>
                <a:spcPts val="0"/>
              </a:spcBef>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7566611"/>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1" r:id="rId3"/>
    <p:sldLayoutId id="2147483677" r:id="rId4"/>
    <p:sldLayoutId id="2147483679" r:id="rId5"/>
    <p:sldLayoutId id="2147483678" r:id="rId6"/>
    <p:sldLayoutId id="2147483681" r:id="rId7"/>
    <p:sldLayoutId id="2147483680" r:id="rId8"/>
    <p:sldLayoutId id="2147483694" r:id="rId9"/>
    <p:sldLayoutId id="2147483685" r:id="rId10"/>
    <p:sldLayoutId id="2147483696" r:id="rId11"/>
    <p:sldLayoutId id="2147483697" r:id="rId12"/>
    <p:sldLayoutId id="2147483687" r:id="rId13"/>
    <p:sldLayoutId id="2147483684" r:id="rId14"/>
    <p:sldLayoutId id="2147483698" r:id="rId15"/>
    <p:sldLayoutId id="2147483676" r:id="rId16"/>
    <p:sldLayoutId id="2147483671" r:id="rId17"/>
    <p:sldLayoutId id="2147483670" r:id="rId18"/>
    <p:sldLayoutId id="2147483683" r:id="rId19"/>
    <p:sldLayoutId id="2147483672" r:id="rId20"/>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979D-D654-8A3E-478D-1B52B1F279B6}"/>
              </a:ext>
            </a:extLst>
          </p:cNvPr>
          <p:cNvSpPr>
            <a:spLocks noGrp="1"/>
          </p:cNvSpPr>
          <p:nvPr>
            <p:ph type="title"/>
          </p:nvPr>
        </p:nvSpPr>
        <p:spPr>
          <a:xfrm>
            <a:off x="914400" y="136525"/>
            <a:ext cx="10515600" cy="757555"/>
          </a:xfrm>
        </p:spPr>
        <p:txBody>
          <a:bodyPr/>
          <a:lstStyle/>
          <a:p>
            <a:pPr algn="ctr"/>
            <a:r>
              <a:rPr lang="en-US" dirty="0"/>
              <a:t>Artificial Intelligence</a:t>
            </a:r>
          </a:p>
        </p:txBody>
      </p:sp>
      <p:sp>
        <p:nvSpPr>
          <p:cNvPr id="3" name="Content Placeholder 2">
            <a:extLst>
              <a:ext uri="{FF2B5EF4-FFF2-40B4-BE49-F238E27FC236}">
                <a16:creationId xmlns:a16="http://schemas.microsoft.com/office/drawing/2014/main" id="{29FAFBF8-42A5-45DA-1D31-1CC32F0E5DCA}"/>
              </a:ext>
            </a:extLst>
          </p:cNvPr>
          <p:cNvSpPr>
            <a:spLocks noGrp="1"/>
          </p:cNvSpPr>
          <p:nvPr>
            <p:ph idx="1"/>
          </p:nvPr>
        </p:nvSpPr>
        <p:spPr>
          <a:xfrm>
            <a:off x="425768" y="690880"/>
            <a:ext cx="11765280" cy="5943600"/>
          </a:xfrm>
        </p:spPr>
        <p:txBody>
          <a:bodyPr>
            <a:normAutofit fontScale="92500" lnSpcReduction="10000"/>
          </a:bodyPr>
          <a:lstStyle/>
          <a:p>
            <a:pPr marL="571500" indent="-571500" algn="just">
              <a:lnSpc>
                <a:spcPct val="150000"/>
              </a:lnSpc>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A subfield of computer science called artificial intelligence (AI) seeks to build devices or systems that are capable of carrying out operations that ordinarily call for human intelligence.</a:t>
            </a:r>
          </a:p>
          <a:p>
            <a:pPr marL="571500" indent="-571500" algn="just">
              <a:lnSpc>
                <a:spcPct val="150000"/>
              </a:lnSpc>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Reasoning, learning, problem-solving, perception, language comprehension, and decision-making are some of these tasks.</a:t>
            </a:r>
          </a:p>
          <a:p>
            <a:pPr marL="571500" indent="-571500" algn="just">
              <a:lnSpc>
                <a:spcPct val="150000"/>
              </a:lnSpc>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Artificial intelligence (AI) systems are meant to mimic human cognitive capacities and to grow and change with time as a result of experience.</a:t>
            </a:r>
          </a:p>
        </p:txBody>
      </p:sp>
    </p:spTree>
    <p:extLst>
      <p:ext uri="{BB962C8B-B14F-4D97-AF65-F5344CB8AC3E}">
        <p14:creationId xmlns:p14="http://schemas.microsoft.com/office/powerpoint/2010/main" val="192688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DE02-E37E-B9BA-6B0F-EEDF82B87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9308-EA15-1158-CC84-EC4F71353DEF}"/>
              </a:ext>
            </a:extLst>
          </p:cNvPr>
          <p:cNvSpPr>
            <a:spLocks noGrp="1"/>
          </p:cNvSpPr>
          <p:nvPr>
            <p:ph type="title"/>
          </p:nvPr>
        </p:nvSpPr>
        <p:spPr>
          <a:xfrm>
            <a:off x="213360" y="136525"/>
            <a:ext cx="11795760" cy="757555"/>
          </a:xfrm>
        </p:spPr>
        <p:txBody>
          <a:bodyPr>
            <a:normAutofit fontScale="90000"/>
          </a:bodyPr>
          <a:lstStyle/>
          <a:p>
            <a:pPr algn="ctr"/>
            <a:r>
              <a:rPr lang="en-US" dirty="0"/>
              <a:t>Key concepts in Artificial Intelligence</a:t>
            </a:r>
          </a:p>
        </p:txBody>
      </p:sp>
      <p:pic>
        <p:nvPicPr>
          <p:cNvPr id="1026" name="Picture 2" descr="Artificial intelligence - a few key concepts » AI Geek Programmer">
            <a:extLst>
              <a:ext uri="{FF2B5EF4-FFF2-40B4-BE49-F238E27FC236}">
                <a16:creationId xmlns:a16="http://schemas.microsoft.com/office/drawing/2014/main" id="{B9524936-2EEA-720A-CF7C-6F90D51A3B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6880" y="894080"/>
            <a:ext cx="11155680" cy="544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332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64FEC-67C6-839B-E411-9E7ADF3677CF}"/>
              </a:ext>
            </a:extLst>
          </p:cNvPr>
          <p:cNvSpPr>
            <a:spLocks noGrp="1"/>
          </p:cNvSpPr>
          <p:nvPr>
            <p:ph type="title"/>
          </p:nvPr>
        </p:nvSpPr>
        <p:spPr>
          <a:xfrm>
            <a:off x="899160" y="0"/>
            <a:ext cx="10515600" cy="645795"/>
          </a:xfrm>
        </p:spPr>
        <p:txBody>
          <a:bodyPr>
            <a:normAutofit fontScale="90000"/>
          </a:bodyPr>
          <a:lstStyle/>
          <a:p>
            <a:pPr algn="ctr"/>
            <a:r>
              <a:rPr lang="en-US" dirty="0"/>
              <a:t>Key concepts in AI</a:t>
            </a:r>
          </a:p>
        </p:txBody>
      </p:sp>
      <p:sp>
        <p:nvSpPr>
          <p:cNvPr id="3" name="Content Placeholder 2">
            <a:extLst>
              <a:ext uri="{FF2B5EF4-FFF2-40B4-BE49-F238E27FC236}">
                <a16:creationId xmlns:a16="http://schemas.microsoft.com/office/drawing/2014/main" id="{A182F3CA-5F42-2ACB-2280-361807B21C85}"/>
              </a:ext>
            </a:extLst>
          </p:cNvPr>
          <p:cNvSpPr>
            <a:spLocks noGrp="1"/>
          </p:cNvSpPr>
          <p:nvPr>
            <p:ph idx="1"/>
          </p:nvPr>
        </p:nvSpPr>
        <p:spPr>
          <a:xfrm>
            <a:off x="121920" y="589280"/>
            <a:ext cx="12070080" cy="6132195"/>
          </a:xfrm>
        </p:spPr>
        <p:txBody>
          <a:bodyPr>
            <a:normAutofit fontScale="92500"/>
          </a:bodyPr>
          <a:lstStyle/>
          <a:p>
            <a:pPr algn="just"/>
            <a:r>
              <a:rPr lang="en-US" sz="2400" b="1" i="0" dirty="0">
                <a:solidFill>
                  <a:srgbClr val="0D0D0D"/>
                </a:solidFill>
                <a:effectLst/>
                <a:latin typeface="Times New Roman" panose="02020603050405020304" pitchFamily="18" charset="0"/>
                <a:cs typeface="Times New Roman" panose="02020603050405020304" pitchFamily="18" charset="0"/>
              </a:rPr>
              <a:t>1. Machine Learning:</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Machine learning is a subset of AI that focuses on enabling machines to learn from data and improve their performance over time without being explicitly programmed. Common machine-learning techniques include supervised learning, unsupervised learning, and reinforcement learning.</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2. Deep Learning:</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Deep learning is a type of machine learning that utilizes artificial neural networks with multiple layers to learn complex patterns and representations from data. Deep learning has led to significant breakthroughs in areas such as image recognition, speech recognition, and natural language processing.</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3. Natural Language Processing (NLP):</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NLP is a subfield of AI that focuses on enabling computers to understand, interpret, and generate human language. NLP techniques are used in applications such as language translation, sentiment analysis, and chatbots.</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4. Computer Vision:</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Computer vision is the field of AI that focuses on enabling computers to interpret and analyze visual information from the real world. Computer vision techniques are used in applications such as image recognition, object detection, and facial recognition.</a:t>
            </a:r>
          </a:p>
        </p:txBody>
      </p:sp>
    </p:spTree>
    <p:extLst>
      <p:ext uri="{BB962C8B-B14F-4D97-AF65-F5344CB8AC3E}">
        <p14:creationId xmlns:p14="http://schemas.microsoft.com/office/powerpoint/2010/main" val="1811828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A29B5-C511-F689-D817-2542AAA07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C9BA9-F47B-92A4-C960-19F5067BC496}"/>
              </a:ext>
            </a:extLst>
          </p:cNvPr>
          <p:cNvSpPr>
            <a:spLocks noGrp="1"/>
          </p:cNvSpPr>
          <p:nvPr>
            <p:ph type="title"/>
          </p:nvPr>
        </p:nvSpPr>
        <p:spPr>
          <a:xfrm>
            <a:off x="914400" y="136525"/>
            <a:ext cx="10515600" cy="757555"/>
          </a:xfrm>
        </p:spPr>
        <p:txBody>
          <a:bodyPr>
            <a:noAutofit/>
          </a:bodyPr>
          <a:lstStyle/>
          <a:p>
            <a:pPr algn="ctr"/>
            <a:r>
              <a:rPr lang="en-US" sz="3600" dirty="0"/>
              <a:t>Application of Artificial Intelligence</a:t>
            </a:r>
          </a:p>
        </p:txBody>
      </p:sp>
      <p:sp>
        <p:nvSpPr>
          <p:cNvPr id="3" name="Content Placeholder 2">
            <a:extLst>
              <a:ext uri="{FF2B5EF4-FFF2-40B4-BE49-F238E27FC236}">
                <a16:creationId xmlns:a16="http://schemas.microsoft.com/office/drawing/2014/main" id="{B565B6D6-9846-7A75-2776-EB825337CAF6}"/>
              </a:ext>
            </a:extLst>
          </p:cNvPr>
          <p:cNvSpPr>
            <a:spLocks noGrp="1"/>
          </p:cNvSpPr>
          <p:nvPr>
            <p:ph idx="1"/>
          </p:nvPr>
        </p:nvSpPr>
        <p:spPr>
          <a:xfrm>
            <a:off x="425768" y="792480"/>
            <a:ext cx="11938952" cy="5842000"/>
          </a:xfrm>
        </p:spPr>
        <p:txBody>
          <a:bodyPr>
            <a:normAutofit lnSpcReduction="10000"/>
          </a:bodyPr>
          <a:lstStyle/>
          <a:p>
            <a:pPr algn="just">
              <a:lnSpc>
                <a:spcPct val="150000"/>
              </a:lnSpc>
            </a:pPr>
            <a:r>
              <a:rPr lang="en-US" sz="2400" b="1" i="0" dirty="0">
                <a:effectLst/>
                <a:latin typeface="Times New Roman" panose="02020603050405020304" pitchFamily="18" charset="0"/>
                <a:cs typeface="Times New Roman" panose="02020603050405020304" pitchFamily="18" charset="0"/>
              </a:rPr>
              <a:t>Healthcare</a:t>
            </a:r>
            <a:r>
              <a:rPr lang="en-US" sz="2400" b="0" i="0" dirty="0">
                <a:effectLst/>
                <a:latin typeface="Times New Roman" panose="02020603050405020304" pitchFamily="18" charset="0"/>
                <a:cs typeface="Times New Roman" panose="02020603050405020304" pitchFamily="18" charset="0"/>
              </a:rPr>
              <a:t>: AI is utilized in drug research, medical image analysis, disease diagnosis, tailored therapy suggestions, and healthcare administration systems.</a:t>
            </a:r>
          </a:p>
          <a:p>
            <a:pPr algn="just">
              <a:lnSpc>
                <a:spcPct val="150000"/>
              </a:lnSpc>
            </a:pPr>
            <a:r>
              <a:rPr lang="en-US" sz="2400" b="1" i="0" dirty="0">
                <a:effectLst/>
                <a:latin typeface="Times New Roman" panose="02020603050405020304" pitchFamily="18" charset="0"/>
                <a:cs typeface="Times New Roman" panose="02020603050405020304" pitchFamily="18" charset="0"/>
              </a:rPr>
              <a:t>Finance</a:t>
            </a:r>
            <a:r>
              <a:rPr lang="en-US" sz="2400" b="0" i="0" dirty="0">
                <a:effectLst/>
                <a:latin typeface="Times New Roman" panose="02020603050405020304" pitchFamily="18" charset="0"/>
                <a:cs typeface="Times New Roman" panose="02020603050405020304" pitchFamily="18" charset="0"/>
              </a:rPr>
              <a:t>: Artificial intelligence is used in chatbots for customer support, credit scoring, algorithmic trading, fraud detection, and risk assessment.</a:t>
            </a:r>
          </a:p>
          <a:p>
            <a:pPr algn="just">
              <a:lnSpc>
                <a:spcPct val="150000"/>
              </a:lnSpc>
            </a:pPr>
            <a:r>
              <a:rPr lang="en-US" sz="2400" b="1" i="0" dirty="0">
                <a:effectLst/>
                <a:latin typeface="Times New Roman" panose="02020603050405020304" pitchFamily="18" charset="0"/>
                <a:cs typeface="Times New Roman" panose="02020603050405020304" pitchFamily="18" charset="0"/>
              </a:rPr>
              <a:t>Transportation</a:t>
            </a:r>
            <a:r>
              <a:rPr lang="en-US" sz="2400" b="0" i="0" dirty="0">
                <a:effectLst/>
                <a:latin typeface="Times New Roman" panose="02020603050405020304" pitchFamily="18" charset="0"/>
                <a:cs typeface="Times New Roman" panose="02020603050405020304" pitchFamily="18" charset="0"/>
              </a:rPr>
              <a:t>: AI drives ridesharing algorithms, driverless vehicles, traffic management systems, logistics optimization, and predictive maintenance for transportation infrastructure.</a:t>
            </a:r>
          </a:p>
          <a:p>
            <a:pPr algn="just">
              <a:lnSpc>
                <a:spcPct val="150000"/>
              </a:lnSpc>
            </a:pPr>
            <a:r>
              <a:rPr lang="en-US" sz="2400" b="1" i="0" dirty="0">
                <a:effectLst/>
                <a:latin typeface="Times New Roman" panose="02020603050405020304" pitchFamily="18" charset="0"/>
                <a:cs typeface="Times New Roman" panose="02020603050405020304" pitchFamily="18" charset="0"/>
              </a:rPr>
              <a:t>Retail</a:t>
            </a:r>
            <a:r>
              <a:rPr lang="en-US" sz="2400" b="0" i="0" dirty="0">
                <a:effectLst/>
                <a:latin typeface="Times New Roman" panose="02020603050405020304" pitchFamily="18" charset="0"/>
                <a:cs typeface="Times New Roman" panose="02020603050405020304" pitchFamily="18" charset="0"/>
              </a:rPr>
              <a:t>: Demand forecasting, supply chain optimization, inventory management, automated customer support, and personalized suggestions are all made possible by AI.</a:t>
            </a:r>
          </a:p>
          <a:p>
            <a:pPr algn="just">
              <a:lnSpc>
                <a:spcPct val="150000"/>
              </a:lnSpc>
            </a:pPr>
            <a:r>
              <a:rPr lang="en-US" sz="2400" b="1" i="0" dirty="0">
                <a:effectLst/>
                <a:latin typeface="Times New Roman" panose="02020603050405020304" pitchFamily="18" charset="0"/>
                <a:cs typeface="Times New Roman" panose="02020603050405020304" pitchFamily="18" charset="0"/>
              </a:rPr>
              <a:t>Education</a:t>
            </a:r>
            <a:r>
              <a:rPr lang="en-US" sz="2400" b="0" i="0" dirty="0">
                <a:effectLst/>
                <a:latin typeface="Times New Roman" panose="02020603050405020304" pitchFamily="18" charset="0"/>
                <a:cs typeface="Times New Roman" panose="02020603050405020304" pitchFamily="18" charset="0"/>
              </a:rPr>
              <a:t>: AI makes it possible to create educational content, detect plagiarism, analyze student performance, and provide tailored learning platforms and intelligent tutoring systems.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080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912415-E96F-5878-2442-87DB19F9BFC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7694D6A-3AD1-15D0-824E-B744DD994AE5}"/>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5FAB5661-EBA7-C3A8-EB41-33C91E68C9D3}"/>
              </a:ext>
            </a:extLst>
          </p:cNvPr>
          <p:cNvSpPr>
            <a:spLocks noGrp="1"/>
          </p:cNvSpPr>
          <p:nvPr>
            <p:ph type="sldNum" sz="quarter" idx="12"/>
          </p:nvPr>
        </p:nvSpPr>
        <p:spPr/>
        <p:txBody>
          <a:bodyPr/>
          <a:lstStyle/>
          <a:p>
            <a:fld id="{B5CEABB6-07DC-46E8-9B57-56EC44A396E5}" type="slidenum">
              <a:rPr lang="en-US" smtClean="0"/>
              <a:pPr/>
              <a:t>5</a:t>
            </a:fld>
            <a:endParaRPr lang="en-US" dirty="0"/>
          </a:p>
        </p:txBody>
      </p:sp>
      <p:pic>
        <p:nvPicPr>
          <p:cNvPr id="2050" name="Picture 2" descr="Applications of Artificial Intelligence | Leverage Edu">
            <a:extLst>
              <a:ext uri="{FF2B5EF4-FFF2-40B4-BE49-F238E27FC236}">
                <a16:creationId xmlns:a16="http://schemas.microsoft.com/office/drawing/2014/main" id="{EE433724-D2C3-E680-BD39-46A6DE88B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75"/>
            <a:ext cx="12192000" cy="671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05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7CFCB97-2BBF-EB2E-3BEB-E79F8B8271B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626F4E-7C77-BE47-A956-97F9E22CEED6}"/>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398FF3B9-44E1-C667-6F5B-83E0D57688C3}"/>
              </a:ext>
            </a:extLst>
          </p:cNvPr>
          <p:cNvSpPr>
            <a:spLocks noGrp="1"/>
          </p:cNvSpPr>
          <p:nvPr>
            <p:ph type="sldNum" sz="quarter" idx="12"/>
          </p:nvPr>
        </p:nvSpPr>
        <p:spPr/>
        <p:txBody>
          <a:bodyPr/>
          <a:lstStyle/>
          <a:p>
            <a:fld id="{B5CEABB6-07DC-46E8-9B57-56EC44A396E5}" type="slidenum">
              <a:rPr lang="en-US" smtClean="0"/>
              <a:pPr/>
              <a:t>6</a:t>
            </a:fld>
            <a:endParaRPr lang="en-US" dirty="0"/>
          </a:p>
        </p:txBody>
      </p:sp>
      <p:pic>
        <p:nvPicPr>
          <p:cNvPr id="3074" name="Picture 2" descr="A representation of various applications of AI in healthcare. | Download  Scientific Diagram">
            <a:extLst>
              <a:ext uri="{FF2B5EF4-FFF2-40B4-BE49-F238E27FC236}">
                <a16:creationId xmlns:a16="http://schemas.microsoft.com/office/drawing/2014/main" id="{AD5CE2C5-C9E2-3FCB-AE04-E04D846B7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59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rtificial Intelligence Applications In Financial Services - Jelvix">
            <a:extLst>
              <a:ext uri="{FF2B5EF4-FFF2-40B4-BE49-F238E27FC236}">
                <a16:creationId xmlns:a16="http://schemas.microsoft.com/office/drawing/2014/main" id="{3F70E3C4-88EE-F6BA-1C83-733EEDBBA0F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5681" y="0"/>
            <a:ext cx="11075670" cy="6979919"/>
          </a:xfrm>
          <a:prstGeom prst="rect">
            <a:avLst/>
          </a:prstGeom>
          <a:solidFill>
            <a:srgbClr val="FFFFFF"/>
          </a:solidFill>
        </p:spPr>
      </p:pic>
      <p:sp>
        <p:nvSpPr>
          <p:cNvPr id="4" name="Date Placeholder 3" hidden="1">
            <a:extLst>
              <a:ext uri="{FF2B5EF4-FFF2-40B4-BE49-F238E27FC236}">
                <a16:creationId xmlns:a16="http://schemas.microsoft.com/office/drawing/2014/main" id="{EAE9CF94-9666-31C2-98A0-1C4A4DE68403}"/>
              </a:ext>
            </a:extLst>
          </p:cNvPr>
          <p:cNvSpPr>
            <a:spLocks noGrp="1"/>
          </p:cNvSpPr>
          <p:nvPr>
            <p:ph type="dt" sz="half" idx="10"/>
          </p:nvPr>
        </p:nvSpPr>
        <p:spPr/>
        <p:txBody>
          <a:bodyPr/>
          <a:lstStyle/>
          <a:p>
            <a:pPr>
              <a:spcAft>
                <a:spcPts val="600"/>
              </a:spcAft>
            </a:pPr>
            <a:r>
              <a:rPr lang="en-US"/>
              <a:t>20XX</a:t>
            </a:r>
          </a:p>
        </p:txBody>
      </p:sp>
      <p:sp>
        <p:nvSpPr>
          <p:cNvPr id="5" name="Footer Placeholder 4">
            <a:extLst>
              <a:ext uri="{FF2B5EF4-FFF2-40B4-BE49-F238E27FC236}">
                <a16:creationId xmlns:a16="http://schemas.microsoft.com/office/drawing/2014/main" id="{A612C1B2-D9C4-2788-DCBA-806E761E88A8}"/>
              </a:ext>
            </a:extLst>
          </p:cNvPr>
          <p:cNvSpPr>
            <a:spLocks noGrp="1"/>
          </p:cNvSpPr>
          <p:nvPr>
            <p:ph type="ftr" sz="quarter" idx="11"/>
          </p:nvPr>
        </p:nvSpPr>
        <p:spPr/>
        <p:txBody>
          <a:bodyPr/>
          <a:lstStyle/>
          <a:p>
            <a:pPr>
              <a:spcAft>
                <a:spcPts val="600"/>
              </a:spcAft>
            </a:pPr>
            <a:r>
              <a:rPr lang="en-US"/>
              <a:t>Pitch deck title</a:t>
            </a:r>
          </a:p>
        </p:txBody>
      </p:sp>
      <p:sp>
        <p:nvSpPr>
          <p:cNvPr id="6" name="Slide Number Placeholder 5" hidden="1">
            <a:extLst>
              <a:ext uri="{FF2B5EF4-FFF2-40B4-BE49-F238E27FC236}">
                <a16:creationId xmlns:a16="http://schemas.microsoft.com/office/drawing/2014/main" id="{4AEF126B-10C5-C489-49AA-F962605E769E}"/>
              </a:ext>
            </a:extLst>
          </p:cNvPr>
          <p:cNvSpPr>
            <a:spLocks noGrp="1"/>
          </p:cNvSpPr>
          <p:nvPr>
            <p:ph type="sldNum" sz="quarter" idx="12"/>
          </p:nvPr>
        </p:nvSpPr>
        <p:spPr/>
        <p:txBody>
          <a:bodyPr/>
          <a:lstStyle/>
          <a:p>
            <a:pPr>
              <a:spcAft>
                <a:spcPts val="600"/>
              </a:spcAft>
            </a:pPr>
            <a:fld id="{B5CEABB6-07DC-46E8-9B57-56EC44A396E5}" type="slidenum">
              <a:rPr lang="en-US" smtClean="0"/>
              <a:pPr>
                <a:spcAft>
                  <a:spcPts val="600"/>
                </a:spcAft>
              </a:pPr>
              <a:t>7</a:t>
            </a:fld>
            <a:endParaRPr lang="en-US"/>
          </a:p>
        </p:txBody>
      </p:sp>
    </p:spTree>
    <p:extLst>
      <p:ext uri="{BB962C8B-B14F-4D97-AF65-F5344CB8AC3E}">
        <p14:creationId xmlns:p14="http://schemas.microsoft.com/office/powerpoint/2010/main" val="3709468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DB83FAF-992D-5D96-58AA-B4C07ABF59B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FA32ECA-BE7D-CD3E-CC6B-29C60D34A61E}"/>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BBE5A593-4A8E-7466-5545-E2A263841907}"/>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5122" name="Picture 2" descr="How Will AI Revolutionize the Transportation Industry? Read Infiniti  Research's Take on This in Their Latest Blog | Business Wire">
            <a:extLst>
              <a:ext uri="{FF2B5EF4-FFF2-40B4-BE49-F238E27FC236}">
                <a16:creationId xmlns:a16="http://schemas.microsoft.com/office/drawing/2014/main" id="{3F5A22FC-8F73-1B41-D7D8-AB8B0AC7A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41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I in Retail: Transforming the Shopping Experience (2024)">
            <a:extLst>
              <a:ext uri="{FF2B5EF4-FFF2-40B4-BE49-F238E27FC236}">
                <a16:creationId xmlns:a16="http://schemas.microsoft.com/office/drawing/2014/main" id="{09F862B3-7219-BB16-9B0E-F6ABA3E3B3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5840" y="68263"/>
            <a:ext cx="11186159" cy="6721475"/>
          </a:xfrm>
          <a:prstGeom prst="rect">
            <a:avLst/>
          </a:prstGeom>
          <a:solidFill>
            <a:srgbClr val="FFFFFF"/>
          </a:solidFill>
        </p:spPr>
      </p:pic>
      <p:sp>
        <p:nvSpPr>
          <p:cNvPr id="4" name="Date Placeholder 3" hidden="1">
            <a:extLst>
              <a:ext uri="{FF2B5EF4-FFF2-40B4-BE49-F238E27FC236}">
                <a16:creationId xmlns:a16="http://schemas.microsoft.com/office/drawing/2014/main" id="{7EF790E1-919E-E1B2-47C9-6495F28F47BB}"/>
              </a:ext>
            </a:extLst>
          </p:cNvPr>
          <p:cNvSpPr>
            <a:spLocks noGrp="1"/>
          </p:cNvSpPr>
          <p:nvPr>
            <p:ph type="dt" sz="half" idx="10"/>
          </p:nvPr>
        </p:nvSpPr>
        <p:spPr/>
        <p:txBody>
          <a:bodyPr/>
          <a:lstStyle/>
          <a:p>
            <a:pPr>
              <a:spcAft>
                <a:spcPts val="600"/>
              </a:spcAft>
            </a:pPr>
            <a:r>
              <a:rPr lang="en-US"/>
              <a:t>20XX</a:t>
            </a:r>
          </a:p>
        </p:txBody>
      </p:sp>
      <p:sp>
        <p:nvSpPr>
          <p:cNvPr id="5" name="Footer Placeholder 4">
            <a:extLst>
              <a:ext uri="{FF2B5EF4-FFF2-40B4-BE49-F238E27FC236}">
                <a16:creationId xmlns:a16="http://schemas.microsoft.com/office/drawing/2014/main" id="{7919ADB6-A3FE-F963-3E6F-285C0C9AAA2C}"/>
              </a:ext>
            </a:extLst>
          </p:cNvPr>
          <p:cNvSpPr>
            <a:spLocks noGrp="1"/>
          </p:cNvSpPr>
          <p:nvPr>
            <p:ph type="ftr" sz="quarter" idx="11"/>
          </p:nvPr>
        </p:nvSpPr>
        <p:spPr/>
        <p:txBody>
          <a:bodyPr/>
          <a:lstStyle/>
          <a:p>
            <a:pPr>
              <a:spcAft>
                <a:spcPts val="600"/>
              </a:spcAft>
            </a:pPr>
            <a:r>
              <a:rPr lang="en-US"/>
              <a:t>Pitch deck title</a:t>
            </a:r>
          </a:p>
        </p:txBody>
      </p:sp>
      <p:sp>
        <p:nvSpPr>
          <p:cNvPr id="6" name="Slide Number Placeholder 5" hidden="1">
            <a:extLst>
              <a:ext uri="{FF2B5EF4-FFF2-40B4-BE49-F238E27FC236}">
                <a16:creationId xmlns:a16="http://schemas.microsoft.com/office/drawing/2014/main" id="{B54464A4-61C7-8F0A-1561-E88BCF9A1DD6}"/>
              </a:ext>
            </a:extLst>
          </p:cNvPr>
          <p:cNvSpPr>
            <a:spLocks noGrp="1"/>
          </p:cNvSpPr>
          <p:nvPr>
            <p:ph type="sldNum" sz="quarter" idx="12"/>
          </p:nvPr>
        </p:nvSpPr>
        <p:spPr/>
        <p:txBody>
          <a:bodyPr/>
          <a:lstStyle/>
          <a:p>
            <a:pPr>
              <a:spcAft>
                <a:spcPts val="600"/>
              </a:spcAft>
            </a:pPr>
            <a:fld id="{B5CEABB6-07DC-46E8-9B57-56EC44A396E5}" type="slidenum">
              <a:rPr lang="en-US" smtClean="0"/>
              <a:pPr>
                <a:spcAft>
                  <a:spcPts val="600"/>
                </a:spcAft>
              </a:pPr>
              <a:t>9</a:t>
            </a:fld>
            <a:endParaRPr lang="en-US"/>
          </a:p>
        </p:txBody>
      </p:sp>
    </p:spTree>
    <p:extLst>
      <p:ext uri="{BB962C8B-B14F-4D97-AF65-F5344CB8AC3E}">
        <p14:creationId xmlns:p14="http://schemas.microsoft.com/office/powerpoint/2010/main" val="4191325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A91F3B3-620D-FE32-5776-A3C1CB9772EF}"/>
              </a:ext>
            </a:extLst>
          </p:cNvPr>
          <p:cNvSpPr>
            <a:spLocks noGrp="1"/>
          </p:cNvSpPr>
          <p:nvPr>
            <p:ph type="dt" sz="half" idx="10"/>
          </p:nvPr>
        </p:nvSpPr>
        <p:spPr/>
        <p:txBody>
          <a:bodyPr/>
          <a:lstStyle/>
          <a:p>
            <a:r>
              <a:rPr lang="en-US"/>
              <a:t>20XX</a:t>
            </a:r>
            <a:endParaRPr lang="en-US" dirty="0"/>
          </a:p>
        </p:txBody>
      </p:sp>
      <p:sp>
        <p:nvSpPr>
          <p:cNvPr id="13" name="Footer Placeholder 12">
            <a:extLst>
              <a:ext uri="{FF2B5EF4-FFF2-40B4-BE49-F238E27FC236}">
                <a16:creationId xmlns:a16="http://schemas.microsoft.com/office/drawing/2014/main" id="{F7868642-E0A3-BE00-E70D-149221167F63}"/>
              </a:ext>
            </a:extLst>
          </p:cNvPr>
          <p:cNvSpPr>
            <a:spLocks noGrp="1"/>
          </p:cNvSpPr>
          <p:nvPr>
            <p:ph type="ftr" sz="quarter" idx="11"/>
          </p:nvPr>
        </p:nvSpPr>
        <p:spPr/>
        <p:txBody>
          <a:bodyPr/>
          <a:lstStyle/>
          <a:p>
            <a:r>
              <a:rPr lang="en-US"/>
              <a:t>Pitch deck title</a:t>
            </a:r>
            <a:endParaRPr lang="en-US" dirty="0"/>
          </a:p>
        </p:txBody>
      </p:sp>
      <p:sp>
        <p:nvSpPr>
          <p:cNvPr id="14" name="Slide Number Placeholder 13">
            <a:extLst>
              <a:ext uri="{FF2B5EF4-FFF2-40B4-BE49-F238E27FC236}">
                <a16:creationId xmlns:a16="http://schemas.microsoft.com/office/drawing/2014/main" id="{08E39B83-A0D8-EE3E-98DD-F92B2A31FC4A}"/>
              </a:ext>
            </a:extLst>
          </p:cNvPr>
          <p:cNvSpPr>
            <a:spLocks noGrp="1"/>
          </p:cNvSpPr>
          <p:nvPr>
            <p:ph type="sldNum" sz="quarter" idx="12"/>
          </p:nvPr>
        </p:nvSpPr>
        <p:spPr/>
        <p:txBody>
          <a:bodyPr/>
          <a:lstStyle/>
          <a:p>
            <a:fld id="{B5CEABB6-07DC-46E8-9B57-56EC44A396E5}" type="slidenum">
              <a:rPr lang="en-US" smtClean="0"/>
              <a:pPr/>
              <a:t>10</a:t>
            </a:fld>
            <a:endParaRPr lang="en-US" dirty="0"/>
          </a:p>
        </p:txBody>
      </p:sp>
      <p:pic>
        <p:nvPicPr>
          <p:cNvPr id="7170" name="Picture 2" descr="Application of AI in Education: How to Bring Out the Best for Your  Business. - Matellio Inc">
            <a:extLst>
              <a:ext uri="{FF2B5EF4-FFF2-40B4-BE49-F238E27FC236}">
                <a16:creationId xmlns:a16="http://schemas.microsoft.com/office/drawing/2014/main" id="{487C6979-02C5-0481-8392-ED5AD1525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760" y="0"/>
            <a:ext cx="1106424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408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43EC-F9CB-96FE-DD83-744ADC8789BA}"/>
              </a:ext>
            </a:extLst>
          </p:cNvPr>
          <p:cNvSpPr>
            <a:spLocks noGrp="1"/>
          </p:cNvSpPr>
          <p:nvPr>
            <p:ph type="title"/>
          </p:nvPr>
        </p:nvSpPr>
        <p:spPr>
          <a:xfrm>
            <a:off x="0" y="0"/>
            <a:ext cx="11580495" cy="750126"/>
          </a:xfrm>
        </p:spPr>
        <p:txBody>
          <a:bodyPr>
            <a:normAutofit fontScale="90000"/>
          </a:bodyPr>
          <a:lstStyle/>
          <a:p>
            <a:r>
              <a:rPr lang="en-US" dirty="0"/>
              <a:t>Challenges and considerations in Ai</a:t>
            </a:r>
          </a:p>
        </p:txBody>
      </p:sp>
      <p:sp>
        <p:nvSpPr>
          <p:cNvPr id="3" name="Content Placeholder 2">
            <a:extLst>
              <a:ext uri="{FF2B5EF4-FFF2-40B4-BE49-F238E27FC236}">
                <a16:creationId xmlns:a16="http://schemas.microsoft.com/office/drawing/2014/main" id="{98444A56-DBC3-0DFB-50CD-741F5FC9BEB4}"/>
              </a:ext>
            </a:extLst>
          </p:cNvPr>
          <p:cNvSpPr>
            <a:spLocks noGrp="1"/>
          </p:cNvSpPr>
          <p:nvPr>
            <p:ph idx="1"/>
          </p:nvPr>
        </p:nvSpPr>
        <p:spPr>
          <a:xfrm>
            <a:off x="233680" y="750126"/>
            <a:ext cx="11755119" cy="5874194"/>
          </a:xfrm>
        </p:spPr>
        <p:txBody>
          <a:bodyPr>
            <a:normAutofit lnSpcReduction="10000"/>
          </a:bodyPr>
          <a:lstStyle/>
          <a:p>
            <a:pPr algn="just">
              <a:lnSpc>
                <a:spcPct val="150000"/>
              </a:lnSpc>
            </a:pPr>
            <a:r>
              <a:rPr lang="en-US" sz="2800" b="1" dirty="0">
                <a:latin typeface="Times New Roman" panose="02020603050405020304" pitchFamily="18" charset="0"/>
                <a:cs typeface="Times New Roman" panose="02020603050405020304" pitchFamily="18" charset="0"/>
              </a:rPr>
              <a:t>Ethical Considerations: </a:t>
            </a:r>
            <a:r>
              <a:rPr lang="en-US" sz="2800" dirty="0">
                <a:latin typeface="Times New Roman" panose="02020603050405020304" pitchFamily="18" charset="0"/>
                <a:cs typeface="Times New Roman" panose="02020603050405020304" pitchFamily="18" charset="0"/>
              </a:rPr>
              <a:t>Issues regarding AI systems' effects on society, privacy, bias, justice, accountability, and transparency.</a:t>
            </a:r>
          </a:p>
          <a:p>
            <a:pPr algn="just">
              <a:lnSpc>
                <a:spcPct val="150000"/>
              </a:lnSpc>
            </a:pPr>
            <a:r>
              <a:rPr lang="en-US" sz="2800" b="1" dirty="0">
                <a:latin typeface="Times New Roman" panose="02020603050405020304" pitchFamily="18" charset="0"/>
                <a:cs typeface="Times New Roman" panose="02020603050405020304" pitchFamily="18" charset="0"/>
              </a:rPr>
              <a:t>Data Quality and Bias:</a:t>
            </a:r>
            <a:r>
              <a:rPr lang="en-US" sz="2800" dirty="0">
                <a:latin typeface="Times New Roman" panose="02020603050405020304" pitchFamily="18" charset="0"/>
                <a:cs typeface="Times New Roman" panose="02020603050405020304" pitchFamily="18" charset="0"/>
              </a:rPr>
              <a:t> High-quality data is necessary, as are steps to overcome data biases that may cause unfair or discriminating results in AI systems. </a:t>
            </a:r>
          </a:p>
          <a:p>
            <a:pPr algn="just">
              <a:lnSpc>
                <a:spcPct val="150000"/>
              </a:lnSpc>
            </a:pPr>
            <a:r>
              <a:rPr lang="en-US" sz="2800" b="1" dirty="0">
                <a:latin typeface="Times New Roman" panose="02020603050405020304" pitchFamily="18" charset="0"/>
                <a:cs typeface="Times New Roman" panose="02020603050405020304" pitchFamily="18" charset="0"/>
              </a:rPr>
              <a:t>Interpretability and Clarity</a:t>
            </a:r>
            <a:r>
              <a:rPr lang="en-US" sz="2800" dirty="0">
                <a:latin typeface="Times New Roman" panose="02020603050405020304" pitchFamily="18" charset="0"/>
                <a:cs typeface="Times New Roman" panose="02020603050405020304" pitchFamily="18" charset="0"/>
              </a:rPr>
              <a:t>: The difficulty of comprehending and analyzing the choices and actions of sophisticated artificial intelligence systems, particularly in crucial fields like banking and healthcare.</a:t>
            </a:r>
          </a:p>
          <a:p>
            <a:pPr algn="just">
              <a:lnSpc>
                <a:spcPct val="150000"/>
              </a:lnSpc>
            </a:pPr>
            <a:r>
              <a:rPr lang="en-US" sz="2800" b="1" dirty="0">
                <a:latin typeface="Times New Roman" panose="02020603050405020304" pitchFamily="18" charset="0"/>
                <a:cs typeface="Times New Roman" panose="02020603050405020304" pitchFamily="18" charset="0"/>
              </a:rPr>
              <a:t>Robustness and Security</a:t>
            </a:r>
            <a:r>
              <a:rPr lang="en-US" sz="2800" dirty="0">
                <a:latin typeface="Times New Roman" panose="02020603050405020304" pitchFamily="18" charset="0"/>
                <a:cs typeface="Times New Roman" panose="02020603050405020304" pitchFamily="18" charset="0"/>
              </a:rPr>
              <a:t>: Making sure AI systems adhere to security and privacy laws and are resistant to malicious attempts, mistakes, and failures.</a:t>
            </a:r>
          </a:p>
        </p:txBody>
      </p:sp>
      <p:sp>
        <p:nvSpPr>
          <p:cNvPr id="4" name="Date Placeholder 3">
            <a:extLst>
              <a:ext uri="{FF2B5EF4-FFF2-40B4-BE49-F238E27FC236}">
                <a16:creationId xmlns:a16="http://schemas.microsoft.com/office/drawing/2014/main" id="{FE2AB704-2341-F16F-8598-2CD8318544A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FADCED8-D16D-9B2D-BB4A-1A6D8FDC7E17}"/>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F63EB349-B087-7972-5595-AB990DA8B7D5}"/>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2421301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E27F30-EC83-1D5F-31D5-B3C6902B4B60}"/>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86694DF-86F4-D3AC-C570-A63F27B00222}"/>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841B09D2-4F93-79C0-3320-ED57317E782A}"/>
              </a:ext>
            </a:extLst>
          </p:cNvPr>
          <p:cNvSpPr>
            <a:spLocks noGrp="1"/>
          </p:cNvSpPr>
          <p:nvPr>
            <p:ph type="sldNum" sz="quarter" idx="12"/>
          </p:nvPr>
        </p:nvSpPr>
        <p:spPr/>
        <p:txBody>
          <a:bodyPr/>
          <a:lstStyle/>
          <a:p>
            <a:fld id="{B5CEABB6-07DC-46E8-9B57-56EC44A396E5}" type="slidenum">
              <a:rPr lang="en-US" smtClean="0"/>
              <a:pPr/>
              <a:t>12</a:t>
            </a:fld>
            <a:endParaRPr lang="en-US" dirty="0"/>
          </a:p>
        </p:txBody>
      </p:sp>
      <p:pic>
        <p:nvPicPr>
          <p:cNvPr id="8194" name="Picture 2" descr="Frontiers | Legal and Ethical Consideration in Artificial Intelligence in  Healthcare: Who Takes Responsibility?">
            <a:extLst>
              <a:ext uri="{FF2B5EF4-FFF2-40B4-BE49-F238E27FC236}">
                <a16:creationId xmlns:a16="http://schemas.microsoft.com/office/drawing/2014/main" id="{EBFB6E4F-E2D2-9422-CE33-2D2FBB7EB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80" y="0"/>
            <a:ext cx="11775439" cy="671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0699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C86C-C757-6058-9E79-66B2F70CE305}"/>
              </a:ext>
            </a:extLst>
          </p:cNvPr>
          <p:cNvSpPr>
            <a:spLocks noGrp="1"/>
          </p:cNvSpPr>
          <p:nvPr>
            <p:ph type="title"/>
          </p:nvPr>
        </p:nvSpPr>
        <p:spPr>
          <a:xfrm>
            <a:off x="1021080" y="153035"/>
            <a:ext cx="10515600" cy="681037"/>
          </a:xfrm>
        </p:spPr>
        <p:txBody>
          <a:bodyPr>
            <a:normAutofit fontScale="90000"/>
          </a:bodyPr>
          <a:lstStyle/>
          <a:p>
            <a:pPr algn="ctr"/>
            <a:r>
              <a:rPr lang="en-US" dirty="0"/>
              <a:t>Future trends in AI</a:t>
            </a:r>
          </a:p>
        </p:txBody>
      </p:sp>
      <p:sp>
        <p:nvSpPr>
          <p:cNvPr id="3" name="Content Placeholder 2">
            <a:extLst>
              <a:ext uri="{FF2B5EF4-FFF2-40B4-BE49-F238E27FC236}">
                <a16:creationId xmlns:a16="http://schemas.microsoft.com/office/drawing/2014/main" id="{ADD7BEF0-5489-50D5-0BEC-AB5536AE7BF4}"/>
              </a:ext>
            </a:extLst>
          </p:cNvPr>
          <p:cNvSpPr>
            <a:spLocks noGrp="1"/>
          </p:cNvSpPr>
          <p:nvPr>
            <p:ph idx="1"/>
          </p:nvPr>
        </p:nvSpPr>
        <p:spPr>
          <a:xfrm>
            <a:off x="335280" y="680720"/>
            <a:ext cx="11201400" cy="6024245"/>
          </a:xfrm>
        </p:spPr>
        <p:txBody>
          <a:bodyPr>
            <a:norm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Collaboration between humans and AI systems</a:t>
            </a:r>
            <a:r>
              <a:rPr lang="en-US" sz="2400" dirty="0">
                <a:latin typeface="Times New Roman" panose="02020603050405020304" pitchFamily="18" charset="0"/>
                <a:cs typeface="Times New Roman" panose="02020603050405020304" pitchFamily="18" charset="0"/>
              </a:rPr>
              <a:t>: The development of AI systems that work with people to increase productivity, improve decision-making, and augment human capabilities.</a:t>
            </a:r>
          </a:p>
          <a:p>
            <a:pPr algn="just">
              <a:lnSpc>
                <a:spcPct val="150000"/>
              </a:lnSpc>
            </a:pPr>
            <a:r>
              <a:rPr lang="en-US" sz="2800" b="1" dirty="0">
                <a:latin typeface="Times New Roman" panose="02020603050405020304" pitchFamily="18" charset="0"/>
                <a:cs typeface="Times New Roman" panose="02020603050405020304" pitchFamily="18" charset="0"/>
              </a:rPr>
              <a:t>Autonomous Systems: </a:t>
            </a:r>
            <a:r>
              <a:rPr lang="en-US" sz="2800" dirty="0">
                <a:latin typeface="Times New Roman" panose="02020603050405020304" pitchFamily="18" charset="0"/>
                <a:cs typeface="Times New Roman" panose="02020603050405020304" pitchFamily="18" charset="0"/>
              </a:rPr>
              <a:t>Technological developments in drones, robotics, autonomous cars, and smart infrastructure that result in more automation and autonomy across a range of industries.</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800" b="1" i="0" dirty="0">
                <a:solidFill>
                  <a:srgbClr val="252525"/>
                </a:solidFill>
                <a:effectLst/>
                <a:latin typeface="Times New Roman" panose="02020603050405020304" pitchFamily="18" charset="0"/>
                <a:cs typeface="Times New Roman" panose="02020603050405020304" pitchFamily="18" charset="0"/>
              </a:rPr>
              <a:t>AI for Good: </a:t>
            </a:r>
            <a:r>
              <a:rPr lang="en-US" sz="2800" b="0" i="0" dirty="0">
                <a:solidFill>
                  <a:srgbClr val="252525"/>
                </a:solidFill>
                <a:effectLst/>
                <a:latin typeface="Times New Roman" panose="02020603050405020304" pitchFamily="18" charset="0"/>
                <a:cs typeface="Times New Roman" panose="02020603050405020304" pitchFamily="18" charset="0"/>
              </a:rPr>
              <a:t>The use of AI for social good, including applications in healthcare, education, environmental sustainability, disaster response, and poverty alleviation.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86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F9884-D928-754D-F9CD-DC1AF74294AC}"/>
              </a:ext>
            </a:extLst>
          </p:cNvPr>
          <p:cNvSpPr>
            <a:spLocks noGrp="1"/>
          </p:cNvSpPr>
          <p:nvPr>
            <p:ph idx="1"/>
          </p:nvPr>
        </p:nvSpPr>
        <p:spPr>
          <a:xfrm>
            <a:off x="233680" y="568960"/>
            <a:ext cx="11805920" cy="5608003"/>
          </a:xfrm>
        </p:spPr>
        <p:txBody>
          <a:bodyPr>
            <a:normAutofit/>
          </a:bodyPr>
          <a:lstStyle/>
          <a:p>
            <a:pPr algn="just">
              <a:lnSpc>
                <a:spcPct val="150000"/>
              </a:lnSpc>
            </a:pPr>
            <a:r>
              <a:rPr lang="en-US" sz="3200" b="1" dirty="0">
                <a:latin typeface="Times New Roman" panose="02020603050405020304" pitchFamily="18" charset="0"/>
                <a:cs typeface="Times New Roman" panose="02020603050405020304" pitchFamily="18" charset="0"/>
              </a:rPr>
              <a:t>Developments in Deep Learning</a:t>
            </a:r>
            <a:r>
              <a:rPr lang="en-US" sz="3200" dirty="0">
                <a:latin typeface="Times New Roman" panose="02020603050405020304" pitchFamily="18" charset="0"/>
                <a:cs typeface="Times New Roman" panose="02020603050405020304" pitchFamily="18" charset="0"/>
              </a:rPr>
              <a:t>: Ongoing study and research into deep learning methods like Transformers and GANs (Generative Adversarial Networks).</a:t>
            </a:r>
          </a:p>
          <a:p>
            <a:pPr algn="just">
              <a:lnSpc>
                <a:spcPct val="150000"/>
              </a:lnSpc>
            </a:pPr>
            <a:r>
              <a:rPr lang="en-US" sz="3200" b="1" dirty="0">
                <a:latin typeface="Times New Roman" panose="02020603050405020304" pitchFamily="18" charset="0"/>
                <a:cs typeface="Times New Roman" panose="02020603050405020304" pitchFamily="18" charset="0"/>
              </a:rPr>
              <a:t>AI-Powered Healthcare</a:t>
            </a:r>
            <a:r>
              <a:rPr lang="en-US" sz="3200" dirty="0">
                <a:latin typeface="Times New Roman" panose="02020603050405020304" pitchFamily="18" charset="0"/>
                <a:cs typeface="Times New Roman" panose="02020603050405020304" pitchFamily="18" charset="0"/>
              </a:rPr>
              <a:t>: AI-powered advancements in drug development, medical imaging, and patient diagnosis and treatment.</a:t>
            </a:r>
          </a:p>
        </p:txBody>
      </p:sp>
    </p:spTree>
    <p:extLst>
      <p:ext uri="{BB962C8B-B14F-4D97-AF65-F5344CB8AC3E}">
        <p14:creationId xmlns:p14="http://schemas.microsoft.com/office/powerpoint/2010/main" val="2502305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8262-15EF-6907-A9D5-0C118CE1AE7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09FA434-D42D-5B50-A6F1-7D7758328B3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34976817"/>
      </p:ext>
    </p:extLst>
  </p:cSld>
  <p:clrMapOvr>
    <a:masterClrMapping/>
  </p:clrMapOvr>
</p:sld>
</file>

<file path=ppt/theme/theme1.xml><?xml version="1.0" encoding="utf-8"?>
<a:theme xmlns:a="http://schemas.openxmlformats.org/drawingml/2006/main" name="Office Theme">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ful abstract pitch deck" id="{F7F8C356-31EF-4F77-9327-20EDE6871B3D}" vid="{7DADADB3-66BB-48D3-AA25-3DEAB7CAA1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DA2CF-4896-4B03-AE27-7F4BBB1B6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19A930-1B99-4E6A-8FC0-F4EC96DB90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B8D7BA3-8A6F-4F51-B1EE-3B01AA004FC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{8DC0EECE-0687-456E-9BB9-B3184A2906BB}tf33968143_win32</Template>
  <TotalTime>1413</TotalTime>
  <Words>691</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Avenir Next LT Pro</vt:lpstr>
      <vt:lpstr>Calibri</vt:lpstr>
      <vt:lpstr>Times New Roman</vt:lpstr>
      <vt:lpstr>Wingdings</vt:lpstr>
      <vt:lpstr>Office Theme</vt:lpstr>
      <vt:lpstr>Artificial Intelligence</vt:lpstr>
      <vt:lpstr>Key concepts in Artificial Intelligence</vt:lpstr>
      <vt:lpstr>Key concepts in AI</vt:lpstr>
      <vt:lpstr>Application of Artificial Intelligence</vt:lpstr>
      <vt:lpstr>PowerPoint Presentation</vt:lpstr>
      <vt:lpstr>PowerPoint Presentation</vt:lpstr>
      <vt:lpstr>PowerPoint Presentation</vt:lpstr>
      <vt:lpstr>PowerPoint Presentation</vt:lpstr>
      <vt:lpstr>PowerPoint Presentation</vt:lpstr>
      <vt:lpstr>PowerPoint Presentation</vt:lpstr>
      <vt:lpstr>Challenges and considerations in Ai</vt:lpstr>
      <vt:lpstr>PowerPoint Presentation</vt:lpstr>
      <vt:lpstr>Future trends in AI</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Departmentof computer science faculty of computer &amp; Info sci ghana communication technology university</dc:title>
  <dc:creator>AMPONSAH WELLY</dc:creator>
  <cp:lastModifiedBy>AMPONSAH WELLY</cp:lastModifiedBy>
  <cp:revision>136</cp:revision>
  <dcterms:created xsi:type="dcterms:W3CDTF">2023-11-20T20:01:55Z</dcterms:created>
  <dcterms:modified xsi:type="dcterms:W3CDTF">2024-02-15T19:30:57Z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